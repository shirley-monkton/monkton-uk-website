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59" r:id="rId5"/>
  </p:sldIdLst>
  <p:sldSz cx="12192000" cy="6858000"/>
  <p:notesSz cx="7010400" cy="9296400"/>
  <p:defaultTextStyle>
    <a:defPPr>
      <a:defRPr lang="en-US"/>
    </a:defPPr>
    <a:lvl1pPr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E7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082" autoAdjust="0"/>
  </p:normalViewPr>
  <p:slideViewPr>
    <p:cSldViewPr snapToGrid="0">
      <p:cViewPr varScale="1">
        <p:scale>
          <a:sx n="120" d="100"/>
          <a:sy n="120" d="100"/>
        </p:scale>
        <p:origin x="640"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CD6CD6-AD2A-5F41-8F33-D900949E2B84}"/>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8F10D48D-EC24-EE4F-91BC-F42F87644C24}"/>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pPr>
              <a:defRPr/>
            </a:pPr>
            <a:fld id="{7C63C1E1-511B-6E4C-A2AF-B8CDDCDDEFE0}" type="datetimeFigureOut">
              <a:rPr lang="en-US"/>
              <a:pPr>
                <a:defRPr/>
              </a:pPr>
              <a:t>9/8/25</a:t>
            </a:fld>
            <a:endParaRPr lang="en-US"/>
          </a:p>
        </p:txBody>
      </p:sp>
      <p:sp>
        <p:nvSpPr>
          <p:cNvPr id="4" name="Footer Placeholder 3">
            <a:extLst>
              <a:ext uri="{FF2B5EF4-FFF2-40B4-BE49-F238E27FC236}">
                <a16:creationId xmlns:a16="http://schemas.microsoft.com/office/drawing/2014/main" id="{205B2266-FE6E-CF41-A644-576A16374CF1}"/>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id="{08AD2856-3D81-F249-A377-AD08A93E89EF}"/>
              </a:ext>
            </a:extLst>
          </p:cNvPr>
          <p:cNvSpPr>
            <a:spLocks noGrp="1"/>
          </p:cNvSpPr>
          <p:nvPr>
            <p:ph type="sldNum" sz="quarter" idx="3"/>
          </p:nvPr>
        </p:nvSpPr>
        <p:spPr>
          <a:xfrm>
            <a:off x="3970338" y="8829675"/>
            <a:ext cx="3038475" cy="466725"/>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A6B5DDC0-CFC8-3B49-83C4-6DADAD5CED2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E990BF-E240-8D4B-AE77-188E8E65A0B4}"/>
              </a:ext>
            </a:extLst>
          </p:cNvPr>
          <p:cNvSpPr>
            <a:spLocks noGrp="1"/>
          </p:cNvSpPr>
          <p:nvPr>
            <p:ph type="hdr" sz="quarter"/>
          </p:nvPr>
        </p:nvSpPr>
        <p:spPr>
          <a:xfrm>
            <a:off x="0" y="0"/>
            <a:ext cx="3038475" cy="466725"/>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F409F96A-031C-0F48-8044-53E87D6389CA}"/>
              </a:ext>
            </a:extLst>
          </p:cNvPr>
          <p:cNvSpPr>
            <a:spLocks noGrp="1"/>
          </p:cNvSpPr>
          <p:nvPr>
            <p:ph type="dt" idx="1"/>
          </p:nvPr>
        </p:nvSpPr>
        <p:spPr>
          <a:xfrm>
            <a:off x="3970338" y="0"/>
            <a:ext cx="3038475" cy="466725"/>
          </a:xfrm>
          <a:prstGeom prst="rect">
            <a:avLst/>
          </a:prstGeom>
        </p:spPr>
        <p:txBody>
          <a:bodyPr vert="horz" lIns="93177" tIns="46589" rIns="93177" bIns="46589" rtlCol="0"/>
          <a:lstStyle>
            <a:lvl1pPr algn="r">
              <a:defRPr sz="1200"/>
            </a:lvl1pPr>
          </a:lstStyle>
          <a:p>
            <a:pPr>
              <a:defRPr/>
            </a:pPr>
            <a:fld id="{F9FC2AE0-38E3-B54A-B8B4-A1721523D221}" type="datetimeFigureOut">
              <a:rPr lang="en-US"/>
              <a:pPr>
                <a:defRPr/>
              </a:pPr>
              <a:t>9/8/25</a:t>
            </a:fld>
            <a:endParaRPr lang="en-US"/>
          </a:p>
        </p:txBody>
      </p:sp>
      <p:sp>
        <p:nvSpPr>
          <p:cNvPr id="4" name="Slide Image Placeholder 3">
            <a:extLst>
              <a:ext uri="{FF2B5EF4-FFF2-40B4-BE49-F238E27FC236}">
                <a16:creationId xmlns:a16="http://schemas.microsoft.com/office/drawing/2014/main" id="{B3D855EA-F742-2440-A2E8-704C8B9A896F}"/>
              </a:ext>
            </a:extLst>
          </p:cNvPr>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a:extLst>
              <a:ext uri="{FF2B5EF4-FFF2-40B4-BE49-F238E27FC236}">
                <a16:creationId xmlns:a16="http://schemas.microsoft.com/office/drawing/2014/main" id="{4C6FF277-FFB6-FF44-8B17-58E6F969F400}"/>
              </a:ext>
            </a:extLst>
          </p:cNvPr>
          <p:cNvSpPr>
            <a:spLocks noGrp="1"/>
          </p:cNvSpPr>
          <p:nvPr>
            <p:ph type="body" sz="quarter" idx="3"/>
          </p:nvPr>
        </p:nvSpPr>
        <p:spPr>
          <a:xfrm>
            <a:off x="701675" y="4473575"/>
            <a:ext cx="5607050" cy="3660775"/>
          </a:xfrm>
          <a:prstGeom prst="rect">
            <a:avLst/>
          </a:prstGeom>
        </p:spPr>
        <p:txBody>
          <a:bodyPr vert="horz" lIns="93177" tIns="46589" rIns="93177" bIns="46589"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9001343-BC76-A240-BC2B-9F4B38D2C8E4}"/>
              </a:ext>
            </a:extLst>
          </p:cNvPr>
          <p:cNvSpPr>
            <a:spLocks noGrp="1"/>
          </p:cNvSpPr>
          <p:nvPr>
            <p:ph type="ftr" sz="quarter" idx="4"/>
          </p:nvPr>
        </p:nvSpPr>
        <p:spPr>
          <a:xfrm>
            <a:off x="0" y="8829675"/>
            <a:ext cx="3038475" cy="466725"/>
          </a:xfrm>
          <a:prstGeom prst="rect">
            <a:avLst/>
          </a:prstGeom>
        </p:spPr>
        <p:txBody>
          <a:bodyPr vert="horz" lIns="93177" tIns="46589" rIns="93177" bIns="46589"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26C006B3-D2BB-4A42-8C54-E5D9A72B6CCC}"/>
              </a:ext>
            </a:extLst>
          </p:cNvPr>
          <p:cNvSpPr>
            <a:spLocks noGrp="1"/>
          </p:cNvSpPr>
          <p:nvPr>
            <p:ph type="sldNum" sz="quarter" idx="5"/>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pPr>
              <a:defRPr/>
            </a:pPr>
            <a:fld id="{5F6DAD4A-6783-D64C-AE74-444DD1697A8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a:extLst>
              <a:ext uri="{FF2B5EF4-FFF2-40B4-BE49-F238E27FC236}">
                <a16:creationId xmlns:a16="http://schemas.microsoft.com/office/drawing/2014/main" id="{D9812696-970D-B244-AFCD-AE44596971D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2" name="Notes Placeholder 2">
            <a:extLst>
              <a:ext uri="{FF2B5EF4-FFF2-40B4-BE49-F238E27FC236}">
                <a16:creationId xmlns:a16="http://schemas.microsoft.com/office/drawing/2014/main" id="{87FC7BE0-C343-6F4C-93CD-E4DDC7D388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a:spcBef>
                <a:spcPts val="600"/>
              </a:spcBef>
              <a:spcAft>
                <a:spcPts val="600"/>
              </a:spcAft>
            </a:pPr>
            <a:r>
              <a:rPr lang="en-US" sz="1800" kern="100" dirty="0">
                <a:solidFill>
                  <a:srgbClr val="1C2C40"/>
                </a:solidFill>
                <a:effectLst/>
                <a:latin typeface="ABCDiatype"/>
                <a:ea typeface="Calibri" panose="020F0502020204030204" pitchFamily="34" charset="0"/>
                <a:cs typeface="Times New Roman" panose="02020603050405020304" pitchFamily="18" charset="0"/>
              </a:rPr>
              <a:t>MPHISE Health provides a medical operations capability for DHS and its public and private sector partners that rapidly adapts to evolving medical and public health needs.</a:t>
            </a:r>
          </a:p>
          <a:p>
            <a:pPr marL="0" marR="0">
              <a:spcBef>
                <a:spcPts val="600"/>
              </a:spcBef>
              <a:spcAft>
                <a:spcPts val="600"/>
              </a:spcAft>
            </a:pPr>
            <a:r>
              <a:rPr lang="en-US" sz="1800" kern="100" dirty="0">
                <a:solidFill>
                  <a:srgbClr val="1C2C40"/>
                </a:solidFill>
                <a:effectLst/>
                <a:latin typeface="ABCDiatype"/>
                <a:ea typeface="Calibri" panose="020F0502020204030204" pitchFamily="34" charset="0"/>
                <a:cs typeface="Times New Roman" panose="02020603050405020304" pitchFamily="18" charset="0"/>
              </a:rPr>
              <a:t>The solution allows DHS healthcare providers to manage employee health records, schedule visits, manage documentation, conduct telehealth sessions, and analyze emerging health security trends. MPHISE Health also allows DHS employees to interact with their providers via a patient portal.</a:t>
            </a:r>
          </a:p>
        </p:txBody>
      </p:sp>
      <p:sp>
        <p:nvSpPr>
          <p:cNvPr id="10243" name="Slide Number Placeholder 3">
            <a:extLst>
              <a:ext uri="{FF2B5EF4-FFF2-40B4-BE49-F238E27FC236}">
                <a16:creationId xmlns:a16="http://schemas.microsoft.com/office/drawing/2014/main" id="{31BD864D-308A-B84D-ADA7-4FC0162F68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fld id="{46D33AB2-D7E6-3E41-BCDC-A352A7D96900}" type="slidenum">
              <a:rPr lang="en-US" altLang="en-US" sz="1200" smtClean="0"/>
              <a:pPr/>
              <a:t>1</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E05322-6D48-D64E-84F2-AC9E60BA62BA}"/>
              </a:ext>
            </a:extLst>
          </p:cNvPr>
          <p:cNvSpPr/>
          <p:nvPr/>
        </p:nvSpPr>
        <p:spPr>
          <a:xfrm>
            <a:off x="0" y="0"/>
            <a:ext cx="12192000" cy="3014663"/>
          </a:xfrm>
          <a:prstGeom prst="rect">
            <a:avLst/>
          </a:prstGeom>
          <a:gradFill flip="none" rotWithShape="1">
            <a:gsLst>
              <a:gs pos="0">
                <a:schemeClr val="tx2">
                  <a:lumMod val="50000"/>
                </a:schemeClr>
              </a:gs>
              <a:gs pos="27000">
                <a:schemeClr val="tx2">
                  <a:lumMod val="75000"/>
                </a:schemeClr>
              </a:gs>
              <a:gs pos="69000">
                <a:schemeClr val="accent1">
                  <a:lumMod val="75000"/>
                </a:schemeClr>
              </a:gs>
              <a:gs pos="97000">
                <a:schemeClr val="tx2">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5" name="Group 59">
            <a:extLst>
              <a:ext uri="{FF2B5EF4-FFF2-40B4-BE49-F238E27FC236}">
                <a16:creationId xmlns:a16="http://schemas.microsoft.com/office/drawing/2014/main" id="{3304D099-D509-AE41-99DC-7041A5860AF8}"/>
              </a:ext>
            </a:extLst>
          </p:cNvPr>
          <p:cNvGrpSpPr>
            <a:grpSpLocks/>
          </p:cNvGrpSpPr>
          <p:nvPr/>
        </p:nvGrpSpPr>
        <p:grpSpPr bwMode="auto">
          <a:xfrm>
            <a:off x="0" y="6115050"/>
            <a:ext cx="12209463" cy="312738"/>
            <a:chOff x="0" y="341219"/>
            <a:chExt cx="9156700" cy="551408"/>
          </a:xfrm>
        </p:grpSpPr>
        <p:cxnSp>
          <p:nvCxnSpPr>
            <p:cNvPr id="6" name="Straight Connector 5">
              <a:extLst>
                <a:ext uri="{FF2B5EF4-FFF2-40B4-BE49-F238E27FC236}">
                  <a16:creationId xmlns:a16="http://schemas.microsoft.com/office/drawing/2014/main" id="{5BE9E603-5150-5648-B725-22F42BBBE4F9}"/>
                </a:ext>
              </a:extLst>
            </p:cNvPr>
            <p:cNvCxnSpPr/>
            <p:nvPr userDrawn="1"/>
          </p:nvCxnSpPr>
          <p:spPr>
            <a:xfrm>
              <a:off x="0" y="5623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183EBE6-66F1-0045-B2DE-CC3B24106DDF}"/>
                </a:ext>
              </a:extLst>
            </p:cNvPr>
            <p:cNvCxnSpPr/>
            <p:nvPr userDrawn="1"/>
          </p:nvCxnSpPr>
          <p:spPr>
            <a:xfrm>
              <a:off x="0" y="6715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203F213-F21A-D348-AE4A-E96FAFE5D969}"/>
                </a:ext>
              </a:extLst>
            </p:cNvPr>
            <p:cNvCxnSpPr/>
            <p:nvPr userDrawn="1"/>
          </p:nvCxnSpPr>
          <p:spPr>
            <a:xfrm>
              <a:off x="0" y="78346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F3E9152-D81C-1F46-A421-9042ED19B3CB}"/>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248E082-D444-414E-AB2D-DB7B5682FFF7}"/>
                </a:ext>
              </a:extLst>
            </p:cNvPr>
            <p:cNvCxnSpPr/>
            <p:nvPr userDrawn="1"/>
          </p:nvCxnSpPr>
          <p:spPr>
            <a:xfrm>
              <a:off x="0" y="45038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300F77-D068-C04B-B840-1C3C278F599E}"/>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39E8B27E-46A2-7341-9305-5EB6120E0ECC}"/>
              </a:ext>
            </a:extLst>
          </p:cNvPr>
          <p:cNvSpPr/>
          <p:nvPr/>
        </p:nvSpPr>
        <p:spPr>
          <a:xfrm>
            <a:off x="369888" y="5991225"/>
            <a:ext cx="2297112" cy="582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3" name="Group 67">
            <a:extLst>
              <a:ext uri="{FF2B5EF4-FFF2-40B4-BE49-F238E27FC236}">
                <a16:creationId xmlns:a16="http://schemas.microsoft.com/office/drawing/2014/main" id="{A035496D-E4E2-3845-B26A-A6A009D1E362}"/>
              </a:ext>
            </a:extLst>
          </p:cNvPr>
          <p:cNvGrpSpPr>
            <a:grpSpLocks/>
          </p:cNvGrpSpPr>
          <p:nvPr/>
        </p:nvGrpSpPr>
        <p:grpSpPr bwMode="auto">
          <a:xfrm rot="-5400000">
            <a:off x="11067256" y="6215857"/>
            <a:ext cx="866775" cy="417512"/>
            <a:chOff x="0" y="341219"/>
            <a:chExt cx="9156700" cy="551408"/>
          </a:xfrm>
        </p:grpSpPr>
        <p:cxnSp>
          <p:nvCxnSpPr>
            <p:cNvPr id="14" name="Straight Connector 13">
              <a:extLst>
                <a:ext uri="{FF2B5EF4-FFF2-40B4-BE49-F238E27FC236}">
                  <a16:creationId xmlns:a16="http://schemas.microsoft.com/office/drawing/2014/main" id="{551C685A-97CB-9640-8A09-3AA7EC9697F5}"/>
                </a:ext>
              </a:extLst>
            </p:cNvPr>
            <p:cNvCxnSpPr/>
            <p:nvPr userDrawn="1"/>
          </p:nvCxnSpPr>
          <p:spPr>
            <a:xfrm>
              <a:off x="0" y="56136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E8B754-191B-7642-8662-202846812360}"/>
                </a:ext>
              </a:extLst>
            </p:cNvPr>
            <p:cNvCxnSpPr/>
            <p:nvPr userDrawn="1"/>
          </p:nvCxnSpPr>
          <p:spPr>
            <a:xfrm>
              <a:off x="0" y="67248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17ADBE6-C187-7A4E-8F19-7AD8E8CF940E}"/>
                </a:ext>
              </a:extLst>
            </p:cNvPr>
            <p:cNvCxnSpPr/>
            <p:nvPr userDrawn="1"/>
          </p:nvCxnSpPr>
          <p:spPr>
            <a:xfrm>
              <a:off x="0" y="7836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27E3BB1-BB1C-3248-99E7-BDBD7C045B02}"/>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8A63A3-6709-A941-AEED-078C29EDE37B}"/>
                </a:ext>
              </a:extLst>
            </p:cNvPr>
            <p:cNvCxnSpPr/>
            <p:nvPr userDrawn="1"/>
          </p:nvCxnSpPr>
          <p:spPr>
            <a:xfrm>
              <a:off x="0" y="4502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084E12-3CDE-2849-968F-7C08AD37733A}"/>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20" name="Straight Connector 19">
            <a:extLst>
              <a:ext uri="{FF2B5EF4-FFF2-40B4-BE49-F238E27FC236}">
                <a16:creationId xmlns:a16="http://schemas.microsoft.com/office/drawing/2014/main" id="{524A1E49-6C38-0D45-B3C4-BBA5C08637E1}"/>
              </a:ext>
            </a:extLst>
          </p:cNvPr>
          <p:cNvCxnSpPr/>
          <p:nvPr/>
        </p:nvCxnSpPr>
        <p:spPr>
          <a:xfrm>
            <a:off x="0" y="3076575"/>
            <a:ext cx="12192000"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0814747-B6AB-634F-AD53-C06B3E7D3724}"/>
              </a:ext>
            </a:extLst>
          </p:cNvPr>
          <p:cNvCxnSpPr/>
          <p:nvPr/>
        </p:nvCxnSpPr>
        <p:spPr>
          <a:xfrm>
            <a:off x="0" y="3014663"/>
            <a:ext cx="12192000" cy="0"/>
          </a:xfrm>
          <a:prstGeom prst="line">
            <a:avLst/>
          </a:prstGeom>
          <a:ln>
            <a:solidFill>
              <a:schemeClr val="tx2">
                <a:lumMod val="60000"/>
                <a:lumOff val="40000"/>
              </a:schemeClr>
            </a:solidFill>
          </a:ln>
        </p:spPr>
        <p:style>
          <a:lnRef idx="1">
            <a:schemeClr val="accent2"/>
          </a:lnRef>
          <a:fillRef idx="0">
            <a:schemeClr val="accent2"/>
          </a:fillRef>
          <a:effectRef idx="0">
            <a:schemeClr val="accent2"/>
          </a:effectRef>
          <a:fontRef idx="minor">
            <a:schemeClr val="tx1"/>
          </a:fontRef>
        </p:style>
      </p:cxnSp>
      <p:grpSp>
        <p:nvGrpSpPr>
          <p:cNvPr id="22" name="Group 77">
            <a:extLst>
              <a:ext uri="{FF2B5EF4-FFF2-40B4-BE49-F238E27FC236}">
                <a16:creationId xmlns:a16="http://schemas.microsoft.com/office/drawing/2014/main" id="{3112AF12-984B-C949-A0A8-64E19FD54E32}"/>
              </a:ext>
            </a:extLst>
          </p:cNvPr>
          <p:cNvGrpSpPr>
            <a:grpSpLocks/>
          </p:cNvGrpSpPr>
          <p:nvPr/>
        </p:nvGrpSpPr>
        <p:grpSpPr bwMode="auto">
          <a:xfrm>
            <a:off x="0" y="1401763"/>
            <a:ext cx="12209463" cy="312737"/>
            <a:chOff x="0" y="341219"/>
            <a:chExt cx="9156700" cy="551408"/>
          </a:xfrm>
        </p:grpSpPr>
        <p:cxnSp>
          <p:nvCxnSpPr>
            <p:cNvPr id="23" name="Straight Connector 22">
              <a:extLst>
                <a:ext uri="{FF2B5EF4-FFF2-40B4-BE49-F238E27FC236}">
                  <a16:creationId xmlns:a16="http://schemas.microsoft.com/office/drawing/2014/main" id="{A0DD1CBB-BD23-484A-9F7C-91483B9C6487}"/>
                </a:ext>
              </a:extLst>
            </p:cNvPr>
            <p:cNvCxnSpPr/>
            <p:nvPr userDrawn="1"/>
          </p:nvCxnSpPr>
          <p:spPr>
            <a:xfrm>
              <a:off x="0" y="506361"/>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4365FB6-03C4-6A4A-891B-E1462A266631}"/>
                </a:ext>
              </a:extLst>
            </p:cNvPr>
            <p:cNvCxnSpPr/>
            <p:nvPr userDrawn="1"/>
          </p:nvCxnSpPr>
          <p:spPr>
            <a:xfrm>
              <a:off x="0" y="62392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0BD21E0-B691-B74D-88D2-7D9BA11A7716}"/>
                </a:ext>
              </a:extLst>
            </p:cNvPr>
            <p:cNvCxnSpPr/>
            <p:nvPr userDrawn="1"/>
          </p:nvCxnSpPr>
          <p:spPr>
            <a:xfrm>
              <a:off x="0" y="733083"/>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C98D104-B40E-794B-A538-21D8EAA16DF5}"/>
                </a:ext>
              </a:extLst>
            </p:cNvPr>
            <p:cNvCxnSpPr/>
            <p:nvPr userDrawn="1"/>
          </p:nvCxnSpPr>
          <p:spPr>
            <a:xfrm>
              <a:off x="0" y="839446"/>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941D0E8-413C-BE43-9463-C4E1E2D9A227}"/>
                </a:ext>
              </a:extLst>
            </p:cNvPr>
            <p:cNvCxnSpPr/>
            <p:nvPr userDrawn="1"/>
          </p:nvCxnSpPr>
          <p:spPr>
            <a:xfrm>
              <a:off x="0" y="39999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EC522B7-99B2-FC49-ABC1-E96766517F29}"/>
                </a:ext>
              </a:extLst>
            </p:cNvPr>
            <p:cNvCxnSpPr/>
            <p:nvPr userDrawn="1"/>
          </p:nvCxnSpPr>
          <p:spPr>
            <a:xfrm>
              <a:off x="0" y="290836"/>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84">
            <a:extLst>
              <a:ext uri="{FF2B5EF4-FFF2-40B4-BE49-F238E27FC236}">
                <a16:creationId xmlns:a16="http://schemas.microsoft.com/office/drawing/2014/main" id="{5DB4755F-0D15-5C48-8679-235CBBBF034C}"/>
              </a:ext>
            </a:extLst>
          </p:cNvPr>
          <p:cNvGrpSpPr>
            <a:grpSpLocks/>
          </p:cNvGrpSpPr>
          <p:nvPr/>
        </p:nvGrpSpPr>
        <p:grpSpPr bwMode="auto">
          <a:xfrm rot="-5400000">
            <a:off x="9993312" y="1298576"/>
            <a:ext cx="3014663" cy="417512"/>
            <a:chOff x="0" y="341219"/>
            <a:chExt cx="9156700" cy="551408"/>
          </a:xfrm>
        </p:grpSpPr>
        <p:cxnSp>
          <p:nvCxnSpPr>
            <p:cNvPr id="30" name="Straight Connector 29">
              <a:extLst>
                <a:ext uri="{FF2B5EF4-FFF2-40B4-BE49-F238E27FC236}">
                  <a16:creationId xmlns:a16="http://schemas.microsoft.com/office/drawing/2014/main" id="{D7874E69-8B1A-9241-92E2-6F045ACE705E}"/>
                </a:ext>
              </a:extLst>
            </p:cNvPr>
            <p:cNvCxnSpPr/>
            <p:nvPr userDrawn="1"/>
          </p:nvCxnSpPr>
          <p:spPr>
            <a:xfrm>
              <a:off x="0" y="50894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B57459-75F7-1C4D-B2D6-F6DFB8A7EA62}"/>
                </a:ext>
              </a:extLst>
            </p:cNvPr>
            <p:cNvCxnSpPr/>
            <p:nvPr userDrawn="1"/>
          </p:nvCxnSpPr>
          <p:spPr>
            <a:xfrm>
              <a:off x="0" y="617972"/>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84E486C-2E3E-894E-B812-BB45C4C31497}"/>
                </a:ext>
              </a:extLst>
            </p:cNvPr>
            <p:cNvCxnSpPr/>
            <p:nvPr userDrawn="1"/>
          </p:nvCxnSpPr>
          <p:spPr>
            <a:xfrm>
              <a:off x="0" y="72489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B7B5F1-1728-D54D-B6CD-10480F5250B2}"/>
                </a:ext>
              </a:extLst>
            </p:cNvPr>
            <p:cNvCxnSpPr/>
            <p:nvPr userDrawn="1"/>
          </p:nvCxnSpPr>
          <p:spPr>
            <a:xfrm>
              <a:off x="0" y="84230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E4EE2BC-7912-C747-8A8A-22B99892B759}"/>
                </a:ext>
              </a:extLst>
            </p:cNvPr>
            <p:cNvCxnSpPr/>
            <p:nvPr userDrawn="1"/>
          </p:nvCxnSpPr>
          <p:spPr>
            <a:xfrm>
              <a:off x="0" y="40202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B8557A5-AC87-E643-AF7B-BCF1D44235BC}"/>
                </a:ext>
              </a:extLst>
            </p:cNvPr>
            <p:cNvCxnSpPr/>
            <p:nvPr userDrawn="1"/>
          </p:nvCxnSpPr>
          <p:spPr>
            <a:xfrm>
              <a:off x="0" y="28461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6" name="Picture 11">
            <a:extLst>
              <a:ext uri="{FF2B5EF4-FFF2-40B4-BE49-F238E27FC236}">
                <a16:creationId xmlns:a16="http://schemas.microsoft.com/office/drawing/2014/main" id="{9C2DAF8D-1A0D-E64E-AEF2-9C7AA7469D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688" y="5991225"/>
            <a:ext cx="19462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20">
            <a:extLst>
              <a:ext uri="{FF2B5EF4-FFF2-40B4-BE49-F238E27FC236}">
                <a16:creationId xmlns:a16="http://schemas.microsoft.com/office/drawing/2014/main" id="{899AF606-5E3D-594D-8DC6-15A69E0580A5}"/>
              </a:ext>
            </a:extLst>
          </p:cNvPr>
          <p:cNvSpPr txBox="1">
            <a:spLocks noChangeArrowheads="1"/>
          </p:cNvSpPr>
          <p:nvPr/>
        </p:nvSpPr>
        <p:spPr bwMode="auto">
          <a:xfrm>
            <a:off x="4729163" y="6122988"/>
            <a:ext cx="6561137" cy="307975"/>
          </a:xfrm>
          <a:prstGeom prst="rect">
            <a:avLst/>
          </a:prstGeom>
          <a:noFill/>
          <a:ln>
            <a:noFill/>
          </a:ln>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r">
              <a:defRPr/>
            </a:pPr>
            <a:r>
              <a:rPr lang="en-US" altLang="en-US" sz="1400" dirty="0">
                <a:solidFill>
                  <a:srgbClr val="184280"/>
                </a:solidFill>
                <a:latin typeface="Franklin Gothic Medium" panose="020B0603020102020204" pitchFamily="34" charset="0"/>
                <a:cs typeface="Arial" panose="020B0604020202020204" pitchFamily="34" charset="0"/>
              </a:rPr>
              <a:t>Office of Health Security</a:t>
            </a:r>
            <a:endParaRPr lang="en-US" altLang="en-US" sz="1400" dirty="0">
              <a:solidFill>
                <a:srgbClr val="184280"/>
              </a:solidFill>
              <a:latin typeface="Franklin Gothic Heavy" panose="020B0903020102020204" pitchFamily="34" charset="0"/>
            </a:endParaRPr>
          </a:p>
        </p:txBody>
      </p:sp>
      <p:sp>
        <p:nvSpPr>
          <p:cNvPr id="1018883" name="Rectangle 3"/>
          <p:cNvSpPr>
            <a:spLocks noGrp="1" noChangeArrowheads="1"/>
          </p:cNvSpPr>
          <p:nvPr>
            <p:ph type="subTitle" idx="1"/>
          </p:nvPr>
        </p:nvSpPr>
        <p:spPr>
          <a:xfrm>
            <a:off x="824755" y="3203816"/>
            <a:ext cx="10406573" cy="1625598"/>
          </a:xfrm>
        </p:spPr>
        <p:txBody>
          <a:bodyPr/>
          <a:lstStyle>
            <a:lvl1pPr marL="0" indent="0" algn="ctr">
              <a:lnSpc>
                <a:spcPts val="2000"/>
              </a:lnSpc>
              <a:spcBef>
                <a:spcPts val="300"/>
              </a:spcBef>
              <a:buFont typeface="Webdings" pitchFamily="-109" charset="2"/>
              <a:buNone/>
              <a:defRPr sz="2000">
                <a:solidFill>
                  <a:schemeClr val="tx1"/>
                </a:solidFill>
              </a:defRPr>
            </a:lvl1pPr>
          </a:lstStyle>
          <a:p>
            <a:r>
              <a:rPr lang="en-US"/>
              <a:t>Click to edit Master subtitle style</a:t>
            </a:r>
            <a:endParaRPr lang="en-US" dirty="0"/>
          </a:p>
        </p:txBody>
      </p:sp>
      <p:pic>
        <p:nvPicPr>
          <p:cNvPr id="2" name="Picture 56">
            <a:extLst>
              <a:ext uri="{FF2B5EF4-FFF2-40B4-BE49-F238E27FC236}">
                <a16:creationId xmlns:a16="http://schemas.microsoft.com/office/drawing/2014/main" id="{965C6E74-63A4-0CB1-2859-830E252093D7}"/>
              </a:ext>
            </a:extLst>
          </p:cNvPr>
          <p:cNvPicPr>
            <a:picLocks noChangeAspect="1" noChangeArrowheads="1"/>
          </p:cNvPicPr>
          <p:nvPr userDrawn="1"/>
        </p:nvPicPr>
        <p:blipFill rotWithShape="1">
          <a:blip r:embed="rId3">
            <a:alphaModFix amt="40000"/>
            <a:extLst>
              <a:ext uri="{28A0092B-C50C-407E-A947-70E740481C1C}">
                <a14:useLocalDpi xmlns:a14="http://schemas.microsoft.com/office/drawing/2010/main" val="0"/>
              </a:ext>
            </a:extLst>
          </a:blip>
          <a:srcRect l="3103" t="5350" b="4744"/>
          <a:stretch/>
        </p:blipFill>
        <p:spPr bwMode="auto">
          <a:xfrm>
            <a:off x="0" y="-1"/>
            <a:ext cx="3247402" cy="301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8882" name="Rectangle 2"/>
          <p:cNvSpPr>
            <a:spLocks noGrp="1" noChangeArrowheads="1"/>
          </p:cNvSpPr>
          <p:nvPr>
            <p:ph type="ctrTitle"/>
          </p:nvPr>
        </p:nvSpPr>
        <p:spPr>
          <a:xfrm>
            <a:off x="2" y="1135379"/>
            <a:ext cx="12191999" cy="1752044"/>
          </a:xfrm>
          <a:prstGeom prst="rect">
            <a:avLst/>
          </a:prstGeom>
          <a:noFill/>
          <a:ln>
            <a:noFill/>
          </a:ln>
        </p:spPr>
        <p:txBody>
          <a:bodyPr>
            <a:normAutofit/>
          </a:bodyPr>
          <a:lstStyle>
            <a:lvl1pPr algn="ctr">
              <a:lnSpc>
                <a:spcPct val="100000"/>
              </a:lnSpc>
              <a:defRPr sz="5400" i="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61390951"/>
      </p:ext>
    </p:extLst>
  </p:cSld>
  <p:clrMapOvr>
    <a:overrideClrMapping bg1="lt1" tx1="dk1" bg2="lt2" tx2="dk2" accent1="accent1" accent2="accent2" accent3="accent3" accent4="accent4" accent5="accent5" accent6="accent6" hlink="hlink" folHlink="folHlink"/>
  </p:clrMapOvr>
  <p:transition spd="slow"/>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E05322-6D48-D64E-84F2-AC9E60BA62BA}"/>
              </a:ext>
            </a:extLst>
          </p:cNvPr>
          <p:cNvSpPr/>
          <p:nvPr/>
        </p:nvSpPr>
        <p:spPr>
          <a:xfrm>
            <a:off x="0" y="0"/>
            <a:ext cx="12192000" cy="3014663"/>
          </a:xfrm>
          <a:prstGeom prst="rect">
            <a:avLst/>
          </a:prstGeom>
          <a:gradFill flip="none" rotWithShape="1">
            <a:gsLst>
              <a:gs pos="0">
                <a:schemeClr val="tx2">
                  <a:lumMod val="50000"/>
                </a:schemeClr>
              </a:gs>
              <a:gs pos="27000">
                <a:schemeClr val="tx2">
                  <a:lumMod val="75000"/>
                </a:schemeClr>
              </a:gs>
              <a:gs pos="69000">
                <a:schemeClr val="accent1">
                  <a:lumMod val="75000"/>
                </a:schemeClr>
              </a:gs>
              <a:gs pos="97000">
                <a:schemeClr val="tx2">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5" name="Group 59">
            <a:extLst>
              <a:ext uri="{FF2B5EF4-FFF2-40B4-BE49-F238E27FC236}">
                <a16:creationId xmlns:a16="http://schemas.microsoft.com/office/drawing/2014/main" id="{3304D099-D509-AE41-99DC-7041A5860AF8}"/>
              </a:ext>
            </a:extLst>
          </p:cNvPr>
          <p:cNvGrpSpPr>
            <a:grpSpLocks/>
          </p:cNvGrpSpPr>
          <p:nvPr/>
        </p:nvGrpSpPr>
        <p:grpSpPr bwMode="auto">
          <a:xfrm>
            <a:off x="0" y="6115050"/>
            <a:ext cx="12209463" cy="312738"/>
            <a:chOff x="0" y="341219"/>
            <a:chExt cx="9156700" cy="551408"/>
          </a:xfrm>
        </p:grpSpPr>
        <p:cxnSp>
          <p:nvCxnSpPr>
            <p:cNvPr id="6" name="Straight Connector 5">
              <a:extLst>
                <a:ext uri="{FF2B5EF4-FFF2-40B4-BE49-F238E27FC236}">
                  <a16:creationId xmlns:a16="http://schemas.microsoft.com/office/drawing/2014/main" id="{5BE9E603-5150-5648-B725-22F42BBBE4F9}"/>
                </a:ext>
              </a:extLst>
            </p:cNvPr>
            <p:cNvCxnSpPr/>
            <p:nvPr userDrawn="1"/>
          </p:nvCxnSpPr>
          <p:spPr>
            <a:xfrm>
              <a:off x="0" y="5623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183EBE6-66F1-0045-B2DE-CC3B24106DDF}"/>
                </a:ext>
              </a:extLst>
            </p:cNvPr>
            <p:cNvCxnSpPr/>
            <p:nvPr userDrawn="1"/>
          </p:nvCxnSpPr>
          <p:spPr>
            <a:xfrm>
              <a:off x="0" y="6715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203F213-F21A-D348-AE4A-E96FAFE5D969}"/>
                </a:ext>
              </a:extLst>
            </p:cNvPr>
            <p:cNvCxnSpPr/>
            <p:nvPr userDrawn="1"/>
          </p:nvCxnSpPr>
          <p:spPr>
            <a:xfrm>
              <a:off x="0" y="78346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F3E9152-D81C-1F46-A421-9042ED19B3CB}"/>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248E082-D444-414E-AB2D-DB7B5682FFF7}"/>
                </a:ext>
              </a:extLst>
            </p:cNvPr>
            <p:cNvCxnSpPr/>
            <p:nvPr userDrawn="1"/>
          </p:nvCxnSpPr>
          <p:spPr>
            <a:xfrm>
              <a:off x="0" y="45038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300F77-D068-C04B-B840-1C3C278F599E}"/>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39E8B27E-46A2-7341-9305-5EB6120E0ECC}"/>
              </a:ext>
            </a:extLst>
          </p:cNvPr>
          <p:cNvSpPr/>
          <p:nvPr/>
        </p:nvSpPr>
        <p:spPr>
          <a:xfrm>
            <a:off x="369888" y="5991225"/>
            <a:ext cx="2297112" cy="582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3" name="Group 67">
            <a:extLst>
              <a:ext uri="{FF2B5EF4-FFF2-40B4-BE49-F238E27FC236}">
                <a16:creationId xmlns:a16="http://schemas.microsoft.com/office/drawing/2014/main" id="{A035496D-E4E2-3845-B26A-A6A009D1E362}"/>
              </a:ext>
            </a:extLst>
          </p:cNvPr>
          <p:cNvGrpSpPr>
            <a:grpSpLocks/>
          </p:cNvGrpSpPr>
          <p:nvPr/>
        </p:nvGrpSpPr>
        <p:grpSpPr bwMode="auto">
          <a:xfrm rot="-5400000">
            <a:off x="11067256" y="6215857"/>
            <a:ext cx="866775" cy="417512"/>
            <a:chOff x="0" y="341219"/>
            <a:chExt cx="9156700" cy="551408"/>
          </a:xfrm>
        </p:grpSpPr>
        <p:cxnSp>
          <p:nvCxnSpPr>
            <p:cNvPr id="14" name="Straight Connector 13">
              <a:extLst>
                <a:ext uri="{FF2B5EF4-FFF2-40B4-BE49-F238E27FC236}">
                  <a16:creationId xmlns:a16="http://schemas.microsoft.com/office/drawing/2014/main" id="{551C685A-97CB-9640-8A09-3AA7EC9697F5}"/>
                </a:ext>
              </a:extLst>
            </p:cNvPr>
            <p:cNvCxnSpPr/>
            <p:nvPr userDrawn="1"/>
          </p:nvCxnSpPr>
          <p:spPr>
            <a:xfrm>
              <a:off x="0" y="56136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E8B754-191B-7642-8662-202846812360}"/>
                </a:ext>
              </a:extLst>
            </p:cNvPr>
            <p:cNvCxnSpPr/>
            <p:nvPr userDrawn="1"/>
          </p:nvCxnSpPr>
          <p:spPr>
            <a:xfrm>
              <a:off x="0" y="67248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17ADBE6-C187-7A4E-8F19-7AD8E8CF940E}"/>
                </a:ext>
              </a:extLst>
            </p:cNvPr>
            <p:cNvCxnSpPr/>
            <p:nvPr userDrawn="1"/>
          </p:nvCxnSpPr>
          <p:spPr>
            <a:xfrm>
              <a:off x="0" y="7836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27E3BB1-BB1C-3248-99E7-BDBD7C045B02}"/>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8A63A3-6709-A941-AEED-078C29EDE37B}"/>
                </a:ext>
              </a:extLst>
            </p:cNvPr>
            <p:cNvCxnSpPr/>
            <p:nvPr userDrawn="1"/>
          </p:nvCxnSpPr>
          <p:spPr>
            <a:xfrm>
              <a:off x="0" y="4502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084E12-3CDE-2849-968F-7C08AD37733A}"/>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20" name="Straight Connector 19">
            <a:extLst>
              <a:ext uri="{FF2B5EF4-FFF2-40B4-BE49-F238E27FC236}">
                <a16:creationId xmlns:a16="http://schemas.microsoft.com/office/drawing/2014/main" id="{524A1E49-6C38-0D45-B3C4-BBA5C08637E1}"/>
              </a:ext>
            </a:extLst>
          </p:cNvPr>
          <p:cNvCxnSpPr/>
          <p:nvPr/>
        </p:nvCxnSpPr>
        <p:spPr>
          <a:xfrm>
            <a:off x="0" y="3076575"/>
            <a:ext cx="12192000"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0814747-B6AB-634F-AD53-C06B3E7D3724}"/>
              </a:ext>
            </a:extLst>
          </p:cNvPr>
          <p:cNvCxnSpPr/>
          <p:nvPr/>
        </p:nvCxnSpPr>
        <p:spPr>
          <a:xfrm>
            <a:off x="0" y="3014663"/>
            <a:ext cx="12192000" cy="0"/>
          </a:xfrm>
          <a:prstGeom prst="line">
            <a:avLst/>
          </a:prstGeom>
          <a:ln>
            <a:solidFill>
              <a:schemeClr val="tx2">
                <a:lumMod val="60000"/>
                <a:lumOff val="40000"/>
              </a:schemeClr>
            </a:solidFill>
          </a:ln>
        </p:spPr>
        <p:style>
          <a:lnRef idx="1">
            <a:schemeClr val="accent2"/>
          </a:lnRef>
          <a:fillRef idx="0">
            <a:schemeClr val="accent2"/>
          </a:fillRef>
          <a:effectRef idx="0">
            <a:schemeClr val="accent2"/>
          </a:effectRef>
          <a:fontRef idx="minor">
            <a:schemeClr val="tx1"/>
          </a:fontRef>
        </p:style>
      </p:cxnSp>
      <p:grpSp>
        <p:nvGrpSpPr>
          <p:cNvPr id="22" name="Group 77">
            <a:extLst>
              <a:ext uri="{FF2B5EF4-FFF2-40B4-BE49-F238E27FC236}">
                <a16:creationId xmlns:a16="http://schemas.microsoft.com/office/drawing/2014/main" id="{3112AF12-984B-C949-A0A8-64E19FD54E32}"/>
              </a:ext>
            </a:extLst>
          </p:cNvPr>
          <p:cNvGrpSpPr>
            <a:grpSpLocks/>
          </p:cNvGrpSpPr>
          <p:nvPr/>
        </p:nvGrpSpPr>
        <p:grpSpPr bwMode="auto">
          <a:xfrm>
            <a:off x="0" y="1401763"/>
            <a:ext cx="12209463" cy="312737"/>
            <a:chOff x="0" y="341219"/>
            <a:chExt cx="9156700" cy="551408"/>
          </a:xfrm>
        </p:grpSpPr>
        <p:cxnSp>
          <p:nvCxnSpPr>
            <p:cNvPr id="23" name="Straight Connector 22">
              <a:extLst>
                <a:ext uri="{FF2B5EF4-FFF2-40B4-BE49-F238E27FC236}">
                  <a16:creationId xmlns:a16="http://schemas.microsoft.com/office/drawing/2014/main" id="{A0DD1CBB-BD23-484A-9F7C-91483B9C6487}"/>
                </a:ext>
              </a:extLst>
            </p:cNvPr>
            <p:cNvCxnSpPr/>
            <p:nvPr userDrawn="1"/>
          </p:nvCxnSpPr>
          <p:spPr>
            <a:xfrm>
              <a:off x="0" y="506361"/>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4365FB6-03C4-6A4A-891B-E1462A266631}"/>
                </a:ext>
              </a:extLst>
            </p:cNvPr>
            <p:cNvCxnSpPr/>
            <p:nvPr userDrawn="1"/>
          </p:nvCxnSpPr>
          <p:spPr>
            <a:xfrm>
              <a:off x="0" y="62392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0BD21E0-B691-B74D-88D2-7D9BA11A7716}"/>
                </a:ext>
              </a:extLst>
            </p:cNvPr>
            <p:cNvCxnSpPr/>
            <p:nvPr userDrawn="1"/>
          </p:nvCxnSpPr>
          <p:spPr>
            <a:xfrm>
              <a:off x="0" y="733083"/>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C98D104-B40E-794B-A538-21D8EAA16DF5}"/>
                </a:ext>
              </a:extLst>
            </p:cNvPr>
            <p:cNvCxnSpPr/>
            <p:nvPr userDrawn="1"/>
          </p:nvCxnSpPr>
          <p:spPr>
            <a:xfrm>
              <a:off x="0" y="839446"/>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941D0E8-413C-BE43-9463-C4E1E2D9A227}"/>
                </a:ext>
              </a:extLst>
            </p:cNvPr>
            <p:cNvCxnSpPr/>
            <p:nvPr userDrawn="1"/>
          </p:nvCxnSpPr>
          <p:spPr>
            <a:xfrm>
              <a:off x="0" y="39999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EC522B7-99B2-FC49-ABC1-E96766517F29}"/>
                </a:ext>
              </a:extLst>
            </p:cNvPr>
            <p:cNvCxnSpPr/>
            <p:nvPr userDrawn="1"/>
          </p:nvCxnSpPr>
          <p:spPr>
            <a:xfrm>
              <a:off x="0" y="290836"/>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84">
            <a:extLst>
              <a:ext uri="{FF2B5EF4-FFF2-40B4-BE49-F238E27FC236}">
                <a16:creationId xmlns:a16="http://schemas.microsoft.com/office/drawing/2014/main" id="{5DB4755F-0D15-5C48-8679-235CBBBF034C}"/>
              </a:ext>
            </a:extLst>
          </p:cNvPr>
          <p:cNvGrpSpPr>
            <a:grpSpLocks/>
          </p:cNvGrpSpPr>
          <p:nvPr/>
        </p:nvGrpSpPr>
        <p:grpSpPr bwMode="auto">
          <a:xfrm rot="-5400000">
            <a:off x="9993312" y="1298576"/>
            <a:ext cx="3014663" cy="417512"/>
            <a:chOff x="0" y="341219"/>
            <a:chExt cx="9156700" cy="551408"/>
          </a:xfrm>
        </p:grpSpPr>
        <p:cxnSp>
          <p:nvCxnSpPr>
            <p:cNvPr id="30" name="Straight Connector 29">
              <a:extLst>
                <a:ext uri="{FF2B5EF4-FFF2-40B4-BE49-F238E27FC236}">
                  <a16:creationId xmlns:a16="http://schemas.microsoft.com/office/drawing/2014/main" id="{D7874E69-8B1A-9241-92E2-6F045ACE705E}"/>
                </a:ext>
              </a:extLst>
            </p:cNvPr>
            <p:cNvCxnSpPr/>
            <p:nvPr userDrawn="1"/>
          </p:nvCxnSpPr>
          <p:spPr>
            <a:xfrm>
              <a:off x="0" y="50894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B57459-75F7-1C4D-B2D6-F6DFB8A7EA62}"/>
                </a:ext>
              </a:extLst>
            </p:cNvPr>
            <p:cNvCxnSpPr/>
            <p:nvPr userDrawn="1"/>
          </p:nvCxnSpPr>
          <p:spPr>
            <a:xfrm>
              <a:off x="0" y="617972"/>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84E486C-2E3E-894E-B812-BB45C4C31497}"/>
                </a:ext>
              </a:extLst>
            </p:cNvPr>
            <p:cNvCxnSpPr/>
            <p:nvPr userDrawn="1"/>
          </p:nvCxnSpPr>
          <p:spPr>
            <a:xfrm>
              <a:off x="0" y="72489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B7B5F1-1728-D54D-B6CD-10480F5250B2}"/>
                </a:ext>
              </a:extLst>
            </p:cNvPr>
            <p:cNvCxnSpPr/>
            <p:nvPr userDrawn="1"/>
          </p:nvCxnSpPr>
          <p:spPr>
            <a:xfrm>
              <a:off x="0" y="84230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E4EE2BC-7912-C747-8A8A-22B99892B759}"/>
                </a:ext>
              </a:extLst>
            </p:cNvPr>
            <p:cNvCxnSpPr/>
            <p:nvPr userDrawn="1"/>
          </p:nvCxnSpPr>
          <p:spPr>
            <a:xfrm>
              <a:off x="0" y="40202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B8557A5-AC87-E643-AF7B-BCF1D44235BC}"/>
                </a:ext>
              </a:extLst>
            </p:cNvPr>
            <p:cNvCxnSpPr/>
            <p:nvPr userDrawn="1"/>
          </p:nvCxnSpPr>
          <p:spPr>
            <a:xfrm>
              <a:off x="0" y="28461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6" name="Picture 11">
            <a:extLst>
              <a:ext uri="{FF2B5EF4-FFF2-40B4-BE49-F238E27FC236}">
                <a16:creationId xmlns:a16="http://schemas.microsoft.com/office/drawing/2014/main" id="{9C2DAF8D-1A0D-E64E-AEF2-9C7AA7469D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688" y="5991225"/>
            <a:ext cx="19462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20">
            <a:extLst>
              <a:ext uri="{FF2B5EF4-FFF2-40B4-BE49-F238E27FC236}">
                <a16:creationId xmlns:a16="http://schemas.microsoft.com/office/drawing/2014/main" id="{899AF606-5E3D-594D-8DC6-15A69E0580A5}"/>
              </a:ext>
            </a:extLst>
          </p:cNvPr>
          <p:cNvSpPr txBox="1">
            <a:spLocks noChangeArrowheads="1"/>
          </p:cNvSpPr>
          <p:nvPr/>
        </p:nvSpPr>
        <p:spPr bwMode="auto">
          <a:xfrm>
            <a:off x="4729163" y="6122988"/>
            <a:ext cx="6561137" cy="307975"/>
          </a:xfrm>
          <a:prstGeom prst="rect">
            <a:avLst/>
          </a:prstGeom>
          <a:noFill/>
          <a:ln>
            <a:noFill/>
          </a:ln>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r">
              <a:defRPr/>
            </a:pPr>
            <a:r>
              <a:rPr lang="en-US" altLang="en-US" sz="1400" dirty="0">
                <a:solidFill>
                  <a:srgbClr val="184280"/>
                </a:solidFill>
                <a:latin typeface="Franklin Gothic Medium" panose="020B0603020102020204" pitchFamily="34" charset="0"/>
                <a:cs typeface="Arial" panose="020B0604020202020204" pitchFamily="34" charset="0"/>
              </a:rPr>
              <a:t>Office of Health Security</a:t>
            </a:r>
            <a:endParaRPr lang="en-US" altLang="en-US" sz="1400" dirty="0">
              <a:solidFill>
                <a:srgbClr val="184280"/>
              </a:solidFill>
              <a:latin typeface="Franklin Gothic Heavy" panose="020B0903020102020204" pitchFamily="34" charset="0"/>
            </a:endParaRPr>
          </a:p>
        </p:txBody>
      </p:sp>
      <p:sp>
        <p:nvSpPr>
          <p:cNvPr id="1018883" name="Rectangle 3"/>
          <p:cNvSpPr>
            <a:spLocks noGrp="1" noChangeArrowheads="1"/>
          </p:cNvSpPr>
          <p:nvPr>
            <p:ph type="subTitle" idx="1"/>
          </p:nvPr>
        </p:nvSpPr>
        <p:spPr>
          <a:xfrm>
            <a:off x="824755" y="3203816"/>
            <a:ext cx="10406573" cy="1625598"/>
          </a:xfrm>
        </p:spPr>
        <p:txBody>
          <a:bodyPr/>
          <a:lstStyle>
            <a:lvl1pPr marL="0" indent="0" algn="ctr">
              <a:lnSpc>
                <a:spcPts val="2000"/>
              </a:lnSpc>
              <a:spcBef>
                <a:spcPts val="300"/>
              </a:spcBef>
              <a:buFont typeface="Webdings" pitchFamily="-109" charset="2"/>
              <a:buNone/>
              <a:defRPr sz="2000">
                <a:solidFill>
                  <a:schemeClr val="tx1"/>
                </a:solidFill>
              </a:defRPr>
            </a:lvl1pPr>
          </a:lstStyle>
          <a:p>
            <a:r>
              <a:rPr lang="en-US"/>
              <a:t>Click to edit Master subtitle style</a:t>
            </a:r>
            <a:endParaRPr lang="en-US" dirty="0"/>
          </a:p>
        </p:txBody>
      </p:sp>
      <p:pic>
        <p:nvPicPr>
          <p:cNvPr id="3" name="Picture 2">
            <a:extLst>
              <a:ext uri="{FF2B5EF4-FFF2-40B4-BE49-F238E27FC236}">
                <a16:creationId xmlns:a16="http://schemas.microsoft.com/office/drawing/2014/main" id="{017DFD54-1E93-D6EE-3C7C-9D2EA5EB7CEB}"/>
              </a:ext>
            </a:extLst>
          </p:cNvPr>
          <p:cNvPicPr>
            <a:picLocks noChangeAspect="1"/>
          </p:cNvPicPr>
          <p:nvPr userDrawn="1"/>
        </p:nvPicPr>
        <p:blipFill rotWithShape="1">
          <a:blip r:embed="rId3">
            <a:alphaModFix amt="35000"/>
            <a:extLst>
              <a:ext uri="{28A0092B-C50C-407E-A947-70E740481C1C}">
                <a14:useLocalDpi xmlns:a14="http://schemas.microsoft.com/office/drawing/2010/main" val="0"/>
              </a:ext>
            </a:extLst>
          </a:blip>
          <a:srcRect l="10649" t="15619" b="16808"/>
          <a:stretch/>
        </p:blipFill>
        <p:spPr>
          <a:xfrm>
            <a:off x="-1" y="0"/>
            <a:ext cx="3984183" cy="3013076"/>
          </a:xfrm>
          <a:prstGeom prst="rect">
            <a:avLst/>
          </a:prstGeom>
        </p:spPr>
      </p:pic>
      <p:sp>
        <p:nvSpPr>
          <p:cNvPr id="1018882" name="Rectangle 2"/>
          <p:cNvSpPr>
            <a:spLocks noGrp="1" noChangeArrowheads="1"/>
          </p:cNvSpPr>
          <p:nvPr>
            <p:ph type="ctrTitle"/>
          </p:nvPr>
        </p:nvSpPr>
        <p:spPr>
          <a:xfrm>
            <a:off x="2" y="1135379"/>
            <a:ext cx="12191999" cy="1752044"/>
          </a:xfrm>
          <a:prstGeom prst="rect">
            <a:avLst/>
          </a:prstGeom>
          <a:noFill/>
          <a:ln>
            <a:noFill/>
          </a:ln>
        </p:spPr>
        <p:txBody>
          <a:bodyPr>
            <a:normAutofit/>
          </a:bodyPr>
          <a:lstStyle>
            <a:lvl1pPr algn="ctr">
              <a:lnSpc>
                <a:spcPct val="100000"/>
              </a:lnSpc>
              <a:defRPr sz="5400" i="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21916027"/>
      </p:ext>
    </p:extLst>
  </p:cSld>
  <p:clrMapOvr>
    <a:overrideClrMapping bg1="lt1" tx1="dk1" bg2="lt2" tx2="dk2" accent1="accent1" accent2="accent2" accent3="accent3" accent4="accent4" accent5="accent5" accent6="accent6" hlink="hlink" folHlink="folHlink"/>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045" y="1398495"/>
            <a:ext cx="11421387" cy="4537849"/>
          </a:xfrm>
        </p:spPr>
        <p:txBody>
          <a:bodyPr>
            <a:noAutofit/>
          </a:bodyPr>
          <a:lstStyle>
            <a:lvl1pPr>
              <a:spcBef>
                <a:spcPts val="600"/>
              </a:spcBef>
              <a:defRPr sz="2800"/>
            </a:lvl1pPr>
            <a:lvl2pPr>
              <a:lnSpc>
                <a:spcPct val="100000"/>
              </a:lnSpc>
              <a:spcBef>
                <a:spcPts val="600"/>
              </a:spcBef>
              <a:defRPr sz="2400"/>
            </a:lvl2pPr>
            <a:lvl3pPr>
              <a:lnSpc>
                <a:spcPct val="100000"/>
              </a:lnSpc>
              <a:spcBef>
                <a:spcPts val="600"/>
              </a:spcBef>
              <a:defRPr sz="2400"/>
            </a:lvl3pPr>
            <a:lvl4pPr>
              <a:lnSpc>
                <a:spcPts val="2200"/>
              </a:lnSpc>
              <a:spcBef>
                <a:spcPts val="300"/>
              </a:spcBef>
              <a:defRPr sz="2000"/>
            </a:lvl4pPr>
            <a:lvl5pPr>
              <a:lnSpc>
                <a:spcPts val="2200"/>
              </a:lnSpc>
              <a:spcBef>
                <a:spcPts val="3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p:cNvSpPr>
            <a:spLocks noGrp="1"/>
          </p:cNvSpPr>
          <p:nvPr>
            <p:ph type="title"/>
          </p:nvPr>
        </p:nvSpPr>
        <p:spPr>
          <a:xfrm>
            <a:off x="384813" y="1"/>
            <a:ext cx="11421387" cy="1066800"/>
          </a:xfrm>
          <a:prstGeom prst="rect">
            <a:avLst/>
          </a:prstGeom>
        </p:spPr>
        <p:txBody>
          <a:bodyPr rtlCol="0">
            <a:noAutofit/>
          </a:bodyPr>
          <a:lstStyle>
            <a:lvl1pPr>
              <a:lnSpc>
                <a:spcPts val="3600"/>
              </a:lnSpc>
              <a:defRPr sz="3600"/>
            </a:lvl1pPr>
          </a:lstStyle>
          <a:p>
            <a:r>
              <a:rPr lang="en-US"/>
              <a:t>Click to edit Master title style</a:t>
            </a:r>
            <a:endParaRPr lang="en-US" dirty="0"/>
          </a:p>
        </p:txBody>
      </p:sp>
    </p:spTree>
    <p:extLst>
      <p:ext uri="{BB962C8B-B14F-4D97-AF65-F5344CB8AC3E}">
        <p14:creationId xmlns:p14="http://schemas.microsoft.com/office/powerpoint/2010/main" val="1738975379"/>
      </p:ext>
    </p:extLst>
  </p:cSld>
  <p:clrMapOvr>
    <a:masterClrMapping/>
  </p:clrMapOvr>
  <p:transition spd="slow"/>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4694" y="1377444"/>
            <a:ext cx="5585253" cy="45482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79525" y="1377444"/>
            <a:ext cx="5756305" cy="45571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p:cNvSpPr>
            <a:spLocks noGrp="1"/>
          </p:cNvSpPr>
          <p:nvPr>
            <p:ph type="title"/>
          </p:nvPr>
        </p:nvSpPr>
        <p:spPr>
          <a:xfrm>
            <a:off x="371415" y="2"/>
            <a:ext cx="11464415" cy="1066799"/>
          </a:xfrm>
          <a:prstGeom prst="rect">
            <a:avLst/>
          </a:prstGeom>
        </p:spPr>
        <p:txBody>
          <a:bodyPr rtlCol="0">
            <a:noAutofit/>
          </a:bodyPr>
          <a:lstStyle/>
          <a:p>
            <a:r>
              <a:rPr lang="en-US"/>
              <a:t>Click to edit Master title style</a:t>
            </a:r>
            <a:endParaRPr lang="en-US" dirty="0"/>
          </a:p>
        </p:txBody>
      </p:sp>
    </p:spTree>
    <p:extLst>
      <p:ext uri="{BB962C8B-B14F-4D97-AF65-F5344CB8AC3E}">
        <p14:creationId xmlns:p14="http://schemas.microsoft.com/office/powerpoint/2010/main" val="2582341099"/>
      </p:ext>
    </p:extLst>
  </p:cSld>
  <p:clrMapOvr>
    <a:masterClrMapping/>
  </p:clrMapOvr>
  <p:transition spd="slow"/>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846" y="1217121"/>
            <a:ext cx="5386917" cy="639762"/>
          </a:xfrm>
        </p:spPr>
        <p:txBody>
          <a:bodyPr anchor="b"/>
          <a:lstStyle>
            <a:lvl1pPr marL="0" indent="0">
              <a:lnSpc>
                <a:spcPts val="2400"/>
              </a:lnSpc>
              <a:buNone/>
              <a:defRPr sz="2400" b="0">
                <a:solidFill>
                  <a:srgbClr val="8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1846" y="1900425"/>
            <a:ext cx="5386917" cy="3266234"/>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79009" y="1217121"/>
            <a:ext cx="5802024" cy="639762"/>
          </a:xfrm>
        </p:spPr>
        <p:txBody>
          <a:bodyPr anchor="b"/>
          <a:lstStyle>
            <a:lvl1pPr marL="0" indent="0">
              <a:lnSpc>
                <a:spcPts val="2400"/>
              </a:lnSpc>
              <a:buNone/>
              <a:defRPr sz="2400" b="0">
                <a:solidFill>
                  <a:srgbClr val="8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79009" y="1900425"/>
            <a:ext cx="5802024" cy="3817777"/>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a:spLocks noGrp="1"/>
          </p:cNvSpPr>
          <p:nvPr>
            <p:ph type="title"/>
          </p:nvPr>
        </p:nvSpPr>
        <p:spPr>
          <a:xfrm>
            <a:off x="366861" y="0"/>
            <a:ext cx="11414172" cy="1058686"/>
          </a:xfrm>
          <a:prstGeom prst="rect">
            <a:avLst/>
          </a:prstGeom>
        </p:spPr>
        <p:txBody>
          <a:bodyPr rtlCol="0">
            <a:noAutofit/>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3865284154"/>
      </p:ext>
    </p:extLst>
  </p:cSld>
  <p:clrMapOvr>
    <a:masterClrMapping/>
  </p:clrMapOvr>
  <p:transition spd="slow"/>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364197" y="0"/>
            <a:ext cx="11283851" cy="1066800"/>
          </a:xfrm>
          <a:prstGeom prst="rect">
            <a:avLst/>
          </a:prstGeom>
          <a:noFill/>
          <a:ln>
            <a:noFill/>
          </a:ln>
        </p:spPr>
        <p:txBody>
          <a:bodyPr rtlCol="0">
            <a:normAutofit/>
          </a:bodyPr>
          <a:lstStyle/>
          <a:p>
            <a:r>
              <a:rPr lang="en-US"/>
              <a:t>Click to edit Master title style</a:t>
            </a:r>
            <a:endParaRPr lang="en-US" dirty="0"/>
          </a:p>
        </p:txBody>
      </p:sp>
    </p:spTree>
    <p:extLst>
      <p:ext uri="{BB962C8B-B14F-4D97-AF65-F5344CB8AC3E}">
        <p14:creationId xmlns:p14="http://schemas.microsoft.com/office/powerpoint/2010/main" val="772035177"/>
      </p:ext>
    </p:extLst>
  </p:cSld>
  <p:clrMapOvr>
    <a:masterClrMapping/>
  </p:clrMapOvr>
  <p:transition spd="slow"/>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3956" y="0"/>
            <a:ext cx="11383962" cy="10668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894870E-03CA-8D4A-B258-A1744E27BBF3}"/>
              </a:ext>
            </a:extLst>
          </p:cNvPr>
          <p:cNvSpPr>
            <a:spLocks noGrp="1"/>
          </p:cNvSpPr>
          <p:nvPr>
            <p:ph type="dt" sz="half" idx="10"/>
          </p:nvPr>
        </p:nvSpPr>
        <p:spPr>
          <a:xfrm>
            <a:off x="0" y="0"/>
            <a:ext cx="0" cy="0"/>
          </a:xfrm>
        </p:spPr>
        <p:txBody>
          <a:bodyPr/>
          <a:lstStyle>
            <a:lvl1pPr>
              <a:defRPr/>
            </a:lvl1pPr>
          </a:lstStyle>
          <a:p>
            <a:pPr>
              <a:defRPr/>
            </a:pPr>
            <a:fld id="{563DFF51-C82F-EF43-9FC2-9418A3B4944B}" type="datetime1">
              <a:rPr lang="en-US"/>
              <a:pPr>
                <a:defRPr/>
              </a:pPr>
              <a:t>9/8/25</a:t>
            </a:fld>
            <a:endParaRPr lang="en-US"/>
          </a:p>
        </p:txBody>
      </p:sp>
      <p:sp>
        <p:nvSpPr>
          <p:cNvPr id="4" name="Slide Number Placeholder 4">
            <a:extLst>
              <a:ext uri="{FF2B5EF4-FFF2-40B4-BE49-F238E27FC236}">
                <a16:creationId xmlns:a16="http://schemas.microsoft.com/office/drawing/2014/main" id="{C75698D8-583C-D047-BDE3-2F9DA3BD5948}"/>
              </a:ext>
            </a:extLst>
          </p:cNvPr>
          <p:cNvSpPr>
            <a:spLocks noGrp="1"/>
          </p:cNvSpPr>
          <p:nvPr>
            <p:ph type="sldNum" sz="quarter" idx="11"/>
          </p:nvPr>
        </p:nvSpPr>
        <p:spPr>
          <a:xfrm>
            <a:off x="0" y="0"/>
            <a:ext cx="0" cy="0"/>
          </a:xfrm>
        </p:spPr>
        <p:txBody>
          <a:bodyPr vert="horz" wrap="square" lIns="91440" tIns="45720" rIns="91440" bIns="45720" numCol="1" anchor="t" anchorCtr="0" compatLnSpc="1">
            <a:prstTxWarp prst="textNoShape">
              <a:avLst/>
            </a:prstTxWarp>
          </a:bodyPr>
          <a:lstStyle>
            <a:lvl1pPr>
              <a:defRPr/>
            </a:lvl1pPr>
          </a:lstStyle>
          <a:p>
            <a:pPr>
              <a:defRPr/>
            </a:pPr>
            <a:fld id="{BD05E1E4-96AD-5F48-8BDB-7A1476256808}" type="slidenum">
              <a:rPr lang="en-US" altLang="en-US"/>
              <a:pPr>
                <a:defRPr/>
              </a:pPr>
              <a:t>‹#›</a:t>
            </a:fld>
            <a:endParaRPr lang="en-US" altLang="en-US"/>
          </a:p>
        </p:txBody>
      </p:sp>
    </p:spTree>
    <p:extLst>
      <p:ext uri="{BB962C8B-B14F-4D97-AF65-F5344CB8AC3E}">
        <p14:creationId xmlns:p14="http://schemas.microsoft.com/office/powerpoint/2010/main" val="2990361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B898D7C-5E91-E24F-807E-D653C6D7F878}"/>
              </a:ext>
            </a:extLst>
          </p:cNvPr>
          <p:cNvSpPr/>
          <p:nvPr userDrawn="1"/>
        </p:nvSpPr>
        <p:spPr>
          <a:xfrm>
            <a:off x="0" y="0"/>
            <a:ext cx="12192000" cy="1066800"/>
          </a:xfrm>
          <a:prstGeom prst="rect">
            <a:avLst/>
          </a:prstGeom>
          <a:gradFill flip="none" rotWithShape="1">
            <a:gsLst>
              <a:gs pos="0">
                <a:schemeClr val="tx2">
                  <a:lumMod val="50000"/>
                </a:schemeClr>
              </a:gs>
              <a:gs pos="27000">
                <a:schemeClr val="tx2">
                  <a:lumMod val="75000"/>
                </a:schemeClr>
              </a:gs>
              <a:gs pos="69000">
                <a:schemeClr val="accent1">
                  <a:lumMod val="75000"/>
                </a:schemeClr>
              </a:gs>
              <a:gs pos="97000">
                <a:schemeClr val="tx2">
                  <a:lumMod val="5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027" name="Group 77">
            <a:extLst>
              <a:ext uri="{FF2B5EF4-FFF2-40B4-BE49-F238E27FC236}">
                <a16:creationId xmlns:a16="http://schemas.microsoft.com/office/drawing/2014/main" id="{64066F5F-6447-8642-9CFE-9BBFCE4BFFF2}"/>
              </a:ext>
            </a:extLst>
          </p:cNvPr>
          <p:cNvGrpSpPr>
            <a:grpSpLocks/>
          </p:cNvGrpSpPr>
          <p:nvPr userDrawn="1"/>
        </p:nvGrpSpPr>
        <p:grpSpPr bwMode="auto">
          <a:xfrm>
            <a:off x="0" y="376238"/>
            <a:ext cx="12209463" cy="314325"/>
            <a:chOff x="0" y="341219"/>
            <a:chExt cx="9156700" cy="551408"/>
          </a:xfrm>
        </p:grpSpPr>
        <p:cxnSp>
          <p:nvCxnSpPr>
            <p:cNvPr id="61" name="Straight Connector 60">
              <a:extLst>
                <a:ext uri="{FF2B5EF4-FFF2-40B4-BE49-F238E27FC236}">
                  <a16:creationId xmlns:a16="http://schemas.microsoft.com/office/drawing/2014/main" id="{0F299BC4-D7EB-1943-90C0-5911BA5540B8}"/>
                </a:ext>
              </a:extLst>
            </p:cNvPr>
            <p:cNvCxnSpPr/>
            <p:nvPr userDrawn="1"/>
          </p:nvCxnSpPr>
          <p:spPr>
            <a:xfrm>
              <a:off x="0" y="505527"/>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BEABBB7-395A-614A-9F38-B5FC6D947325}"/>
                </a:ext>
              </a:extLst>
            </p:cNvPr>
            <p:cNvCxnSpPr/>
            <p:nvPr userDrawn="1"/>
          </p:nvCxnSpPr>
          <p:spPr>
            <a:xfrm>
              <a:off x="0" y="62527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65606C2-3099-C74F-B8EA-C0B36EDAEEFA}"/>
                </a:ext>
              </a:extLst>
            </p:cNvPr>
            <p:cNvCxnSpPr/>
            <p:nvPr userDrawn="1"/>
          </p:nvCxnSpPr>
          <p:spPr>
            <a:xfrm>
              <a:off x="0" y="731103"/>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F7D3154-7D54-4042-822F-4208836D2246}"/>
                </a:ext>
              </a:extLst>
            </p:cNvPr>
            <p:cNvCxnSpPr/>
            <p:nvPr userDrawn="1"/>
          </p:nvCxnSpPr>
          <p:spPr>
            <a:xfrm>
              <a:off x="0" y="839713"/>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8DC63B9-0E82-FF4B-937C-E831296603EF}"/>
                </a:ext>
              </a:extLst>
            </p:cNvPr>
            <p:cNvCxnSpPr/>
            <p:nvPr userDrawn="1"/>
          </p:nvCxnSpPr>
          <p:spPr>
            <a:xfrm>
              <a:off x="0" y="399701"/>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E02486B-4F1E-EB46-988B-7C29CEA58482}"/>
                </a:ext>
              </a:extLst>
            </p:cNvPr>
            <p:cNvCxnSpPr/>
            <p:nvPr userDrawn="1"/>
          </p:nvCxnSpPr>
          <p:spPr>
            <a:xfrm>
              <a:off x="0" y="291091"/>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28" name="Group 32">
            <a:extLst>
              <a:ext uri="{FF2B5EF4-FFF2-40B4-BE49-F238E27FC236}">
                <a16:creationId xmlns:a16="http://schemas.microsoft.com/office/drawing/2014/main" id="{0F49DBED-1B0A-D54B-8A8E-FA55B77D414D}"/>
              </a:ext>
            </a:extLst>
          </p:cNvPr>
          <p:cNvGrpSpPr>
            <a:grpSpLocks/>
          </p:cNvGrpSpPr>
          <p:nvPr/>
        </p:nvGrpSpPr>
        <p:grpSpPr bwMode="auto">
          <a:xfrm rot="-5400000">
            <a:off x="11067256" y="6215857"/>
            <a:ext cx="866775" cy="417512"/>
            <a:chOff x="0" y="341219"/>
            <a:chExt cx="9156700" cy="551408"/>
          </a:xfrm>
        </p:grpSpPr>
        <p:cxnSp>
          <p:nvCxnSpPr>
            <p:cNvPr id="34" name="Straight Connector 33">
              <a:extLst>
                <a:ext uri="{FF2B5EF4-FFF2-40B4-BE49-F238E27FC236}">
                  <a16:creationId xmlns:a16="http://schemas.microsoft.com/office/drawing/2014/main" id="{C7E3E731-87BD-8344-9CE1-8FAF3B796B95}"/>
                </a:ext>
              </a:extLst>
            </p:cNvPr>
            <p:cNvCxnSpPr/>
            <p:nvPr userDrawn="1"/>
          </p:nvCxnSpPr>
          <p:spPr>
            <a:xfrm>
              <a:off x="0" y="56136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6D18AD9-7FEA-944F-9F84-D410E9D27BD4}"/>
                </a:ext>
              </a:extLst>
            </p:cNvPr>
            <p:cNvCxnSpPr/>
            <p:nvPr userDrawn="1"/>
          </p:nvCxnSpPr>
          <p:spPr>
            <a:xfrm>
              <a:off x="0" y="67248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30E9AFD-9103-B74D-80F7-1885F7D6B725}"/>
                </a:ext>
              </a:extLst>
            </p:cNvPr>
            <p:cNvCxnSpPr/>
            <p:nvPr userDrawn="1"/>
          </p:nvCxnSpPr>
          <p:spPr>
            <a:xfrm>
              <a:off x="0" y="7836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AFA6E8-FDCD-F14C-AB75-F6F4BE75C999}"/>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6D587F2-9440-564C-BF24-29C6FE0C088E}"/>
                </a:ext>
              </a:extLst>
            </p:cNvPr>
            <p:cNvCxnSpPr/>
            <p:nvPr userDrawn="1"/>
          </p:nvCxnSpPr>
          <p:spPr>
            <a:xfrm>
              <a:off x="0" y="4502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1177C55-5E38-264E-A255-D1F21CDF944B}"/>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029" name="Title Placeholder 1">
            <a:extLst>
              <a:ext uri="{FF2B5EF4-FFF2-40B4-BE49-F238E27FC236}">
                <a16:creationId xmlns:a16="http://schemas.microsoft.com/office/drawing/2014/main" id="{7D516F4B-A637-5B42-9AC9-78EEC19EE386}"/>
              </a:ext>
            </a:extLst>
          </p:cNvPr>
          <p:cNvSpPr>
            <a:spLocks noGrp="1"/>
          </p:cNvSpPr>
          <p:nvPr>
            <p:ph type="title"/>
          </p:nvPr>
        </p:nvSpPr>
        <p:spPr bwMode="auto">
          <a:xfrm>
            <a:off x="369888" y="0"/>
            <a:ext cx="113839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grpSp>
        <p:nvGrpSpPr>
          <p:cNvPr id="1030" name="Group 24">
            <a:extLst>
              <a:ext uri="{FF2B5EF4-FFF2-40B4-BE49-F238E27FC236}">
                <a16:creationId xmlns:a16="http://schemas.microsoft.com/office/drawing/2014/main" id="{8EE3417E-36EC-A741-B2F2-0DCCCC8F5269}"/>
              </a:ext>
            </a:extLst>
          </p:cNvPr>
          <p:cNvGrpSpPr>
            <a:grpSpLocks/>
          </p:cNvGrpSpPr>
          <p:nvPr/>
        </p:nvGrpSpPr>
        <p:grpSpPr bwMode="auto">
          <a:xfrm>
            <a:off x="0" y="6115050"/>
            <a:ext cx="12209463" cy="312738"/>
            <a:chOff x="0" y="341219"/>
            <a:chExt cx="9156700" cy="551408"/>
          </a:xfrm>
        </p:grpSpPr>
        <p:cxnSp>
          <p:nvCxnSpPr>
            <p:cNvPr id="26" name="Straight Connector 25">
              <a:extLst>
                <a:ext uri="{FF2B5EF4-FFF2-40B4-BE49-F238E27FC236}">
                  <a16:creationId xmlns:a16="http://schemas.microsoft.com/office/drawing/2014/main" id="{9F78AC9C-B4CC-DD41-AC53-F239C4E5E90F}"/>
                </a:ext>
              </a:extLst>
            </p:cNvPr>
            <p:cNvCxnSpPr/>
            <p:nvPr userDrawn="1"/>
          </p:nvCxnSpPr>
          <p:spPr>
            <a:xfrm>
              <a:off x="0" y="56234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C712D31-E0A5-F549-819A-1E82723EC186}"/>
                </a:ext>
              </a:extLst>
            </p:cNvPr>
            <p:cNvCxnSpPr/>
            <p:nvPr userDrawn="1"/>
          </p:nvCxnSpPr>
          <p:spPr>
            <a:xfrm>
              <a:off x="0" y="671503"/>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159CAE-7FC8-9246-9144-43229986C691}"/>
                </a:ext>
              </a:extLst>
            </p:cNvPr>
            <p:cNvCxnSpPr/>
            <p:nvPr userDrawn="1"/>
          </p:nvCxnSpPr>
          <p:spPr>
            <a:xfrm>
              <a:off x="0" y="783464"/>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FA04C1-19F0-AC47-A1EC-D14B3B1A9F26}"/>
                </a:ext>
              </a:extLst>
            </p:cNvPr>
            <p:cNvCxnSpPr/>
            <p:nvPr userDrawn="1"/>
          </p:nvCxnSpPr>
          <p:spPr>
            <a:xfrm>
              <a:off x="0" y="892627"/>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F639221-D516-5D49-8C2A-D1B355C280B8}"/>
                </a:ext>
              </a:extLst>
            </p:cNvPr>
            <p:cNvCxnSpPr/>
            <p:nvPr userDrawn="1"/>
          </p:nvCxnSpPr>
          <p:spPr>
            <a:xfrm>
              <a:off x="0" y="450382"/>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08CB1F-16C9-5B41-8881-8C649352F5A6}"/>
                </a:ext>
              </a:extLst>
            </p:cNvPr>
            <p:cNvCxnSpPr/>
            <p:nvPr userDrawn="1"/>
          </p:nvCxnSpPr>
          <p:spPr>
            <a:xfrm>
              <a:off x="0" y="341219"/>
              <a:ext cx="91567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14F9389B-35DE-0F4B-B96B-55CAC9C3B47D}"/>
              </a:ext>
            </a:extLst>
          </p:cNvPr>
          <p:cNvSpPr/>
          <p:nvPr/>
        </p:nvSpPr>
        <p:spPr>
          <a:xfrm>
            <a:off x="369888" y="5991225"/>
            <a:ext cx="2417762" cy="582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pic>
        <p:nvPicPr>
          <p:cNvPr id="1032" name="Picture 11">
            <a:extLst>
              <a:ext uri="{FF2B5EF4-FFF2-40B4-BE49-F238E27FC236}">
                <a16:creationId xmlns:a16="http://schemas.microsoft.com/office/drawing/2014/main" id="{663A257D-D905-2D4C-9E51-ED636A2AA21B}"/>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47688" y="5991225"/>
            <a:ext cx="20097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Box 20">
            <a:extLst>
              <a:ext uri="{FF2B5EF4-FFF2-40B4-BE49-F238E27FC236}">
                <a16:creationId xmlns:a16="http://schemas.microsoft.com/office/drawing/2014/main" id="{4039EF6D-AF17-074C-A342-02B813640F2F}"/>
              </a:ext>
            </a:extLst>
          </p:cNvPr>
          <p:cNvSpPr txBox="1">
            <a:spLocks noChangeArrowheads="1"/>
          </p:cNvSpPr>
          <p:nvPr/>
        </p:nvSpPr>
        <p:spPr bwMode="auto">
          <a:xfrm>
            <a:off x="4624388" y="6122988"/>
            <a:ext cx="6561137" cy="307975"/>
          </a:xfrm>
          <a:prstGeom prst="rect">
            <a:avLst/>
          </a:prstGeom>
          <a:noFill/>
          <a:ln>
            <a:noFill/>
          </a:ln>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r">
              <a:defRPr/>
            </a:pPr>
            <a:r>
              <a:rPr lang="en-US" altLang="en-US" sz="1400" dirty="0">
                <a:solidFill>
                  <a:srgbClr val="184280"/>
                </a:solidFill>
                <a:latin typeface="Franklin Gothic Medium" panose="020B0603020102020204" pitchFamily="34" charset="0"/>
                <a:cs typeface="Arial" panose="020B0604020202020204" pitchFamily="34" charset="0"/>
              </a:rPr>
              <a:t>Office of Health Security</a:t>
            </a:r>
            <a:endParaRPr lang="en-US" altLang="en-US" sz="1400" dirty="0">
              <a:solidFill>
                <a:srgbClr val="184280"/>
              </a:solidFill>
              <a:latin typeface="Franklin Gothic Heavy" panose="020B0903020102020204" pitchFamily="34" charset="0"/>
            </a:endParaRPr>
          </a:p>
        </p:txBody>
      </p:sp>
      <p:grpSp>
        <p:nvGrpSpPr>
          <p:cNvPr id="1034" name="Group 84">
            <a:extLst>
              <a:ext uri="{FF2B5EF4-FFF2-40B4-BE49-F238E27FC236}">
                <a16:creationId xmlns:a16="http://schemas.microsoft.com/office/drawing/2014/main" id="{E0D08A33-C842-D849-8BBB-20442398EF07}"/>
              </a:ext>
            </a:extLst>
          </p:cNvPr>
          <p:cNvGrpSpPr>
            <a:grpSpLocks/>
          </p:cNvGrpSpPr>
          <p:nvPr userDrawn="1"/>
        </p:nvGrpSpPr>
        <p:grpSpPr bwMode="auto">
          <a:xfrm rot="-5400000">
            <a:off x="10967244" y="324644"/>
            <a:ext cx="1066800" cy="417512"/>
            <a:chOff x="0" y="341219"/>
            <a:chExt cx="9156700" cy="551408"/>
          </a:xfrm>
        </p:grpSpPr>
        <p:cxnSp>
          <p:nvCxnSpPr>
            <p:cNvPr id="68" name="Straight Connector 67">
              <a:extLst>
                <a:ext uri="{FF2B5EF4-FFF2-40B4-BE49-F238E27FC236}">
                  <a16:creationId xmlns:a16="http://schemas.microsoft.com/office/drawing/2014/main" id="{5D401910-D66B-E645-8640-2D465C37E1DD}"/>
                </a:ext>
              </a:extLst>
            </p:cNvPr>
            <p:cNvCxnSpPr/>
            <p:nvPr userDrawn="1"/>
          </p:nvCxnSpPr>
          <p:spPr>
            <a:xfrm>
              <a:off x="0" y="50894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FB676A2-2378-7E4C-8A1B-C0FE8C339481}"/>
                </a:ext>
              </a:extLst>
            </p:cNvPr>
            <p:cNvCxnSpPr/>
            <p:nvPr userDrawn="1"/>
          </p:nvCxnSpPr>
          <p:spPr>
            <a:xfrm>
              <a:off x="0" y="617972"/>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4894B46-C1AC-FE4F-BFF7-C1F3536B1670}"/>
                </a:ext>
              </a:extLst>
            </p:cNvPr>
            <p:cNvCxnSpPr/>
            <p:nvPr userDrawn="1"/>
          </p:nvCxnSpPr>
          <p:spPr>
            <a:xfrm>
              <a:off x="0" y="72489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F51C94B-20F4-554E-9201-FFD5A66BA19D}"/>
                </a:ext>
              </a:extLst>
            </p:cNvPr>
            <p:cNvCxnSpPr/>
            <p:nvPr userDrawn="1"/>
          </p:nvCxnSpPr>
          <p:spPr>
            <a:xfrm>
              <a:off x="0" y="842308"/>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EFEA6C4-FF8A-9E47-99C3-171C98B0DC6D}"/>
                </a:ext>
              </a:extLst>
            </p:cNvPr>
            <p:cNvCxnSpPr/>
            <p:nvPr userDrawn="1"/>
          </p:nvCxnSpPr>
          <p:spPr>
            <a:xfrm>
              <a:off x="0" y="40202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F472865-1656-B74C-97CD-05D9CB8A0B6E}"/>
                </a:ext>
              </a:extLst>
            </p:cNvPr>
            <p:cNvCxnSpPr/>
            <p:nvPr userDrawn="1"/>
          </p:nvCxnSpPr>
          <p:spPr>
            <a:xfrm>
              <a:off x="0" y="284610"/>
              <a:ext cx="915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36" name="Text Placeholder 2">
            <a:extLst>
              <a:ext uri="{FF2B5EF4-FFF2-40B4-BE49-F238E27FC236}">
                <a16:creationId xmlns:a16="http://schemas.microsoft.com/office/drawing/2014/main" id="{239311B7-AA9C-EF44-996F-DEC172F2CE95}"/>
              </a:ext>
            </a:extLst>
          </p:cNvPr>
          <p:cNvSpPr>
            <a:spLocks noGrp="1"/>
          </p:cNvSpPr>
          <p:nvPr>
            <p:ph type="body" idx="1"/>
          </p:nvPr>
        </p:nvSpPr>
        <p:spPr bwMode="auto">
          <a:xfrm>
            <a:off x="369888" y="1417638"/>
            <a:ext cx="11102975"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cxnSp>
        <p:nvCxnSpPr>
          <p:cNvPr id="15" name="Straight Connector 14">
            <a:extLst>
              <a:ext uri="{FF2B5EF4-FFF2-40B4-BE49-F238E27FC236}">
                <a16:creationId xmlns:a16="http://schemas.microsoft.com/office/drawing/2014/main" id="{E055EBFA-5FE1-3A4F-ABC3-5EBA0A2F87B8}"/>
              </a:ext>
            </a:extLst>
          </p:cNvPr>
          <p:cNvCxnSpPr/>
          <p:nvPr/>
        </p:nvCxnSpPr>
        <p:spPr>
          <a:xfrm>
            <a:off x="0" y="1133475"/>
            <a:ext cx="12192000"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9">
            <a:extLst>
              <a:ext uri="{FF2B5EF4-FFF2-40B4-BE49-F238E27FC236}">
                <a16:creationId xmlns:a16="http://schemas.microsoft.com/office/drawing/2014/main" id="{A4EC42AE-0CC7-E747-A9D7-32B03E641EAD}"/>
              </a:ext>
            </a:extLst>
          </p:cNvPr>
          <p:cNvSpPr txBox="1">
            <a:spLocks noChangeArrowheads="1"/>
          </p:cNvSpPr>
          <p:nvPr/>
        </p:nvSpPr>
        <p:spPr bwMode="black">
          <a:xfrm>
            <a:off x="10983913" y="6135688"/>
            <a:ext cx="1022350" cy="260350"/>
          </a:xfrm>
          <a:prstGeom prst="rect">
            <a:avLst/>
          </a:prstGeom>
          <a:noFill/>
          <a:ln w="9525">
            <a:noFill/>
            <a:miter lim="800000"/>
            <a:headEnd/>
            <a:tailEnd/>
          </a:ln>
          <a:effectLst/>
        </p:spPr>
        <p:txBody>
          <a:bodyPr anchor="b">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defRPr/>
            </a:pPr>
            <a:fld id="{E7FF0AA3-6B69-FF40-8517-74CC800B792E}" type="slidenum">
              <a:rPr lang="en-US" altLang="en-US" sz="1100" smtClean="0"/>
              <a:pPr algn="ctr">
                <a:defRPr/>
              </a:pPr>
              <a:t>‹#›</a:t>
            </a:fld>
            <a:endParaRPr lang="en-US" altLang="en-US" sz="1100"/>
          </a:p>
        </p:txBody>
      </p:sp>
      <p:pic>
        <p:nvPicPr>
          <p:cNvPr id="3" name="Picture 56">
            <a:extLst>
              <a:ext uri="{FF2B5EF4-FFF2-40B4-BE49-F238E27FC236}">
                <a16:creationId xmlns:a16="http://schemas.microsoft.com/office/drawing/2014/main" id="{6A365533-D38C-4DDB-8938-F1F41468A81E}"/>
              </a:ext>
            </a:extLst>
          </p:cNvPr>
          <p:cNvPicPr>
            <a:picLocks noChangeAspect="1" noChangeArrowheads="1"/>
          </p:cNvPicPr>
          <p:nvPr userDrawn="1"/>
        </p:nvPicPr>
        <p:blipFill>
          <a:blip r:embed="rId10">
            <a:alphaModFix amt="50000"/>
            <a:extLst>
              <a:ext uri="{28A0092B-C50C-407E-A947-70E740481C1C}">
                <a14:useLocalDpi xmlns:a14="http://schemas.microsoft.com/office/drawing/2010/main" val="0"/>
              </a:ext>
            </a:extLst>
          </a:blip>
          <a:srcRect/>
          <a:stretch>
            <a:fillRect/>
          </a:stretch>
        </p:blipFill>
        <p:spPr bwMode="auto">
          <a:xfrm>
            <a:off x="11109913" y="127968"/>
            <a:ext cx="802927" cy="80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66E67D2-6262-2F9D-7A9E-3482952E0D85}"/>
              </a:ext>
            </a:extLst>
          </p:cNvPr>
          <p:cNvSpPr txBox="1"/>
          <p:nvPr userDrawn="1"/>
        </p:nvSpPr>
        <p:spPr>
          <a:xfrm>
            <a:off x="3247841" y="3752825"/>
            <a:ext cx="11102975" cy="1015663"/>
          </a:xfrm>
          <a:prstGeom prst="rect">
            <a:avLst/>
          </a:prstGeom>
          <a:noFill/>
        </p:spPr>
        <p:txBody>
          <a:bodyPr wrap="square" rtlCol="0">
            <a:spAutoFit/>
          </a:bodyPr>
          <a:lstStyle/>
          <a:p>
            <a:r>
              <a:rPr lang="en-US" sz="6000" dirty="0">
                <a:solidFill>
                  <a:schemeClr val="bg1"/>
                </a:solidFill>
                <a:effectLst>
                  <a:glow rad="127000">
                    <a:schemeClr val="bg1">
                      <a:alpha val="85000"/>
                    </a:schemeClr>
                  </a:glow>
                </a:effectLst>
              </a:rPr>
              <a:t>DRAFT</a:t>
            </a:r>
          </a:p>
        </p:txBody>
      </p:sp>
      <p:sp>
        <p:nvSpPr>
          <p:cNvPr id="4" name="TextBox 3">
            <a:extLst>
              <a:ext uri="{FF2B5EF4-FFF2-40B4-BE49-F238E27FC236}">
                <a16:creationId xmlns:a16="http://schemas.microsoft.com/office/drawing/2014/main" id="{9D11CAC2-5136-2CA0-7C1B-A14B969EB451}"/>
              </a:ext>
            </a:extLst>
          </p:cNvPr>
          <p:cNvSpPr txBox="1"/>
          <p:nvPr userDrawn="1"/>
        </p:nvSpPr>
        <p:spPr>
          <a:xfrm>
            <a:off x="3630212" y="2846740"/>
            <a:ext cx="7353701" cy="1569660"/>
          </a:xfrm>
          <a:prstGeom prst="rect">
            <a:avLst/>
          </a:prstGeom>
          <a:noFill/>
          <a:effectLst>
            <a:glow rad="127000">
              <a:schemeClr val="bg1">
                <a:alpha val="85000"/>
              </a:schemeClr>
            </a:glow>
          </a:effectLst>
        </p:spPr>
        <p:txBody>
          <a:bodyPr wrap="square" rtlCol="0">
            <a:spAutoFit/>
          </a:bodyPr>
          <a:lstStyle/>
          <a:p>
            <a:r>
              <a:rPr lang="en-US" sz="9600" b="1" cap="none" spc="0" dirty="0">
                <a:ln w="22225">
                  <a:solidFill>
                    <a:schemeClr val="bg1"/>
                  </a:solidFill>
                  <a:prstDash val="solid"/>
                </a:ln>
                <a:solidFill>
                  <a:schemeClr val="bg1"/>
                </a:solidFill>
                <a:effectLst>
                  <a:glow rad="127000">
                    <a:schemeClr val="bg1">
                      <a:alpha val="85000"/>
                    </a:schemeClr>
                  </a:glow>
                </a:effectLst>
              </a:rPr>
              <a:t>DRAFT</a:t>
            </a:r>
          </a:p>
        </p:txBody>
      </p:sp>
    </p:spTree>
  </p:cSld>
  <p:clrMap bg1="lt1" tx1="dk1" bg2="lt2" tx2="dk2" accent1="accent1" accent2="accent2" accent3="accent3" accent4="accent4" accent5="accent5" accent6="accent6" hlink="hlink" folHlink="folHlink"/>
  <p:sldLayoutIdLst>
    <p:sldLayoutId id="2147483751" r:id="rId1"/>
    <p:sldLayoutId id="2147483761" r:id="rId2"/>
    <p:sldLayoutId id="2147483752" r:id="rId3"/>
    <p:sldLayoutId id="2147483753" r:id="rId4"/>
    <p:sldLayoutId id="2147483754" r:id="rId5"/>
    <p:sldLayoutId id="2147483757" r:id="rId6"/>
    <p:sldLayoutId id="2147483758" r:id="rId7"/>
  </p:sldLayoutIdLst>
  <p:hf hdr="0" dt="0"/>
  <p:txStyles>
    <p:titleStyle>
      <a:lvl1pPr algn="l" rtl="0" eaLnBrk="1" fontAlgn="base" hangingPunct="1">
        <a:lnSpc>
          <a:spcPts val="3600"/>
        </a:lnSpc>
        <a:spcBef>
          <a:spcPct val="0"/>
        </a:spcBef>
        <a:spcAft>
          <a:spcPct val="0"/>
        </a:spcAft>
        <a:defRPr sz="3600" kern="1200">
          <a:solidFill>
            <a:schemeClr val="bg1"/>
          </a:solidFill>
          <a:latin typeface="Franklin Gothic Medium Cond" panose="020B0606030402020204" pitchFamily="34" charset="0"/>
          <a:ea typeface="+mj-ea"/>
          <a:cs typeface="Times New Roman" panose="02020603050405020304" pitchFamily="18" charset="0"/>
        </a:defRPr>
      </a:lvl1pPr>
      <a:lvl2pPr algn="l" rtl="0" eaLnBrk="1" fontAlgn="base" hangingPunct="1">
        <a:lnSpc>
          <a:spcPts val="3600"/>
        </a:lnSpc>
        <a:spcBef>
          <a:spcPct val="0"/>
        </a:spcBef>
        <a:spcAft>
          <a:spcPct val="0"/>
        </a:spcAft>
        <a:defRPr sz="3600">
          <a:solidFill>
            <a:schemeClr val="bg1"/>
          </a:solidFill>
          <a:latin typeface="Franklin Gothic Medium Cond" panose="020B0606030402020204" pitchFamily="34" charset="0"/>
          <a:cs typeface="Times New Roman" panose="02020603050405020304" pitchFamily="18" charset="0"/>
        </a:defRPr>
      </a:lvl2pPr>
      <a:lvl3pPr algn="l" rtl="0" eaLnBrk="1" fontAlgn="base" hangingPunct="1">
        <a:lnSpc>
          <a:spcPts val="3600"/>
        </a:lnSpc>
        <a:spcBef>
          <a:spcPct val="0"/>
        </a:spcBef>
        <a:spcAft>
          <a:spcPct val="0"/>
        </a:spcAft>
        <a:defRPr sz="3600">
          <a:solidFill>
            <a:schemeClr val="bg1"/>
          </a:solidFill>
          <a:latin typeface="Franklin Gothic Medium Cond" panose="020B0606030402020204" pitchFamily="34" charset="0"/>
          <a:cs typeface="Times New Roman" panose="02020603050405020304" pitchFamily="18" charset="0"/>
        </a:defRPr>
      </a:lvl3pPr>
      <a:lvl4pPr algn="l" rtl="0" eaLnBrk="1" fontAlgn="base" hangingPunct="1">
        <a:lnSpc>
          <a:spcPts val="3600"/>
        </a:lnSpc>
        <a:spcBef>
          <a:spcPct val="0"/>
        </a:spcBef>
        <a:spcAft>
          <a:spcPct val="0"/>
        </a:spcAft>
        <a:defRPr sz="3600">
          <a:solidFill>
            <a:schemeClr val="bg1"/>
          </a:solidFill>
          <a:latin typeface="Franklin Gothic Medium Cond" panose="020B0606030402020204" pitchFamily="34" charset="0"/>
          <a:cs typeface="Times New Roman" panose="02020603050405020304" pitchFamily="18" charset="0"/>
        </a:defRPr>
      </a:lvl4pPr>
      <a:lvl5pPr algn="l" rtl="0" eaLnBrk="1" fontAlgn="base" hangingPunct="1">
        <a:lnSpc>
          <a:spcPts val="3600"/>
        </a:lnSpc>
        <a:spcBef>
          <a:spcPct val="0"/>
        </a:spcBef>
        <a:spcAft>
          <a:spcPct val="0"/>
        </a:spcAft>
        <a:defRPr sz="3600">
          <a:solidFill>
            <a:schemeClr val="bg1"/>
          </a:solidFill>
          <a:latin typeface="Franklin Gothic Medium Cond" panose="020B0606030402020204" pitchFamily="34" charset="0"/>
          <a:cs typeface="Times New Roman" panose="02020603050405020304" pitchFamily="18" charset="0"/>
        </a:defRPr>
      </a:lvl5pPr>
      <a:lvl6pPr marL="457200" algn="l" rtl="0" eaLnBrk="1" fontAlgn="base" hangingPunct="1">
        <a:lnSpc>
          <a:spcPts val="3600"/>
        </a:lnSpc>
        <a:spcBef>
          <a:spcPct val="0"/>
        </a:spcBef>
        <a:spcAft>
          <a:spcPct val="0"/>
        </a:spcAft>
        <a:defRPr sz="3600">
          <a:solidFill>
            <a:srgbClr val="002F80"/>
          </a:solidFill>
          <a:latin typeface="Times New Roman" panose="02020603050405020304" pitchFamily="18" charset="0"/>
          <a:cs typeface="Times New Roman" panose="02020603050405020304" pitchFamily="18" charset="0"/>
        </a:defRPr>
      </a:lvl6pPr>
      <a:lvl7pPr marL="914400" algn="l" rtl="0" eaLnBrk="1" fontAlgn="base" hangingPunct="1">
        <a:lnSpc>
          <a:spcPts val="3600"/>
        </a:lnSpc>
        <a:spcBef>
          <a:spcPct val="0"/>
        </a:spcBef>
        <a:spcAft>
          <a:spcPct val="0"/>
        </a:spcAft>
        <a:defRPr sz="3600">
          <a:solidFill>
            <a:srgbClr val="002F80"/>
          </a:solidFill>
          <a:latin typeface="Times New Roman" panose="02020603050405020304" pitchFamily="18" charset="0"/>
          <a:cs typeface="Times New Roman" panose="02020603050405020304" pitchFamily="18" charset="0"/>
        </a:defRPr>
      </a:lvl7pPr>
      <a:lvl8pPr marL="1371600" algn="l" rtl="0" eaLnBrk="1" fontAlgn="base" hangingPunct="1">
        <a:lnSpc>
          <a:spcPts val="3600"/>
        </a:lnSpc>
        <a:spcBef>
          <a:spcPct val="0"/>
        </a:spcBef>
        <a:spcAft>
          <a:spcPct val="0"/>
        </a:spcAft>
        <a:defRPr sz="3600">
          <a:solidFill>
            <a:srgbClr val="002F80"/>
          </a:solidFill>
          <a:latin typeface="Times New Roman" panose="02020603050405020304" pitchFamily="18" charset="0"/>
          <a:cs typeface="Times New Roman" panose="02020603050405020304" pitchFamily="18" charset="0"/>
        </a:defRPr>
      </a:lvl8pPr>
      <a:lvl9pPr marL="1828800" algn="l" rtl="0" eaLnBrk="1" fontAlgn="base" hangingPunct="1">
        <a:lnSpc>
          <a:spcPts val="3600"/>
        </a:lnSpc>
        <a:spcBef>
          <a:spcPct val="0"/>
        </a:spcBef>
        <a:spcAft>
          <a:spcPct val="0"/>
        </a:spcAft>
        <a:defRPr sz="3600">
          <a:solidFill>
            <a:srgbClr val="002F80"/>
          </a:solidFill>
          <a:latin typeface="Times New Roman" panose="02020603050405020304" pitchFamily="18" charset="0"/>
          <a:cs typeface="Times New Roman" panose="02020603050405020304" pitchFamily="18" charset="0"/>
        </a:defRPr>
      </a:lvl9pPr>
    </p:titleStyle>
    <p:bodyStyle>
      <a:lvl1pPr marL="280988" indent="-280988" algn="l" rtl="0" eaLnBrk="1" fontAlgn="base" hangingPunct="1">
        <a:lnSpc>
          <a:spcPts val="3000"/>
        </a:lnSpc>
        <a:spcBef>
          <a:spcPct val="20000"/>
        </a:spcBef>
        <a:spcAft>
          <a:spcPct val="0"/>
        </a:spcAft>
        <a:buClr>
          <a:srgbClr val="7F7F7F"/>
        </a:buClr>
        <a:buFont typeface="Wingdings" pitchFamily="2" charset="2"/>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573088" indent="-292100" algn="l" rtl="0" eaLnBrk="1" fontAlgn="base" hangingPunct="1">
        <a:spcBef>
          <a:spcPts val="600"/>
        </a:spcBef>
        <a:spcAft>
          <a:spcPct val="0"/>
        </a:spcAft>
        <a:buSzPct val="80000"/>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854075" indent="-220663" algn="l" rtl="0" eaLnBrk="1" fontAlgn="base" hangingPunct="1">
        <a:spcBef>
          <a:spcPts val="600"/>
        </a:spcBef>
        <a:spcAft>
          <a:spcPct val="0"/>
        </a:spcAft>
        <a:buFont typeface="Calibri Light" panose="020F030202020403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146175" indent="-292100" algn="l" rtl="0" eaLnBrk="1" fontAlgn="base" hangingPunct="1">
        <a:lnSpc>
          <a:spcPts val="2400"/>
        </a:lnSpc>
        <a:spcBef>
          <a:spcPts val="600"/>
        </a:spcBef>
        <a:spcAft>
          <a:spcPct val="0"/>
        </a:spcAft>
        <a:buFont typeface="Calibri Light" panose="020F030202020403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1376363" indent="-230188" algn="l" rtl="0" eaLnBrk="1" fontAlgn="base" hangingPunct="1">
        <a:lnSpc>
          <a:spcPts val="2400"/>
        </a:lnSpc>
        <a:spcBef>
          <a:spcPts val="600"/>
        </a:spcBef>
        <a:spcAft>
          <a:spcPct val="0"/>
        </a:spcAft>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2B08E4-1CE1-A579-3CEB-149501AFF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1" name="Picture 30">
            <a:extLst>
              <a:ext uri="{FF2B5EF4-FFF2-40B4-BE49-F238E27FC236}">
                <a16:creationId xmlns:a16="http://schemas.microsoft.com/office/drawing/2014/main" id="{44D1DCD9-C3D2-315A-047B-6BD4DB97ABE3}"/>
              </a:ext>
            </a:extLst>
          </p:cNvPr>
          <p:cNvPicPr>
            <a:picLocks noChangeAspect="1"/>
          </p:cNvPicPr>
          <p:nvPr/>
        </p:nvPicPr>
        <p:blipFill rotWithShape="1">
          <a:blip r:embed="rId4">
            <a:extLst>
              <a:ext uri="{28A0092B-C50C-407E-A947-70E740481C1C}">
                <a14:useLocalDpi xmlns:a14="http://schemas.microsoft.com/office/drawing/2010/main" val="0"/>
              </a:ext>
            </a:extLst>
          </a:blip>
          <a:srcRect t="90159"/>
          <a:stretch/>
        </p:blipFill>
        <p:spPr>
          <a:xfrm>
            <a:off x="0" y="6183086"/>
            <a:ext cx="12192000" cy="674914"/>
          </a:xfrm>
          <a:prstGeom prst="rect">
            <a:avLst/>
          </a:prstGeom>
        </p:spPr>
      </p:pic>
      <p:pic>
        <p:nvPicPr>
          <p:cNvPr id="27" name="Graphic 26">
            <a:extLst>
              <a:ext uri="{FF2B5EF4-FFF2-40B4-BE49-F238E27FC236}">
                <a16:creationId xmlns:a16="http://schemas.microsoft.com/office/drawing/2014/main" id="{330D2BB9-F656-5604-E7FF-62660AE5F3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95448" y="6089198"/>
            <a:ext cx="3001105" cy="442233"/>
          </a:xfrm>
          <a:prstGeom prst="rect">
            <a:avLst/>
          </a:prstGeom>
        </p:spPr>
      </p:pic>
    </p:spTree>
  </p:cSld>
  <p:clrMapOvr>
    <a:masterClrMapping/>
  </p:clrMapOvr>
  <p:transition/>
</p:sld>
</file>

<file path=ppt/theme/theme1.xml><?xml version="1.0" encoding="utf-8"?>
<a:theme xmlns:a="http://schemas.openxmlformats.org/drawingml/2006/main" name="OHA-Templat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A7A34D54-3550-5045-ABF3-BAB3EFFFE899}" vid="{A8C700CF-8F19-6242-8A97-45C1888C0E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HS Connect Document" ma:contentTypeID="0x010100516CDA0BD4886F498AB4CA1B69FA39BD00D46032A3A1C9B245B6DA1C4F4E702619" ma:contentTypeVersion="6" ma:contentTypeDescription="" ma:contentTypeScope="" ma:versionID="ee2ad8791b91655dc94ce39adf131b9a">
  <xsd:schema xmlns:xsd="http://www.w3.org/2001/XMLSchema" xmlns:xs="http://www.w3.org/2001/XMLSchema" xmlns:p="http://schemas.microsoft.com/office/2006/metadata/properties" xmlns:ns2="0e7b10d3-e12f-4c7e-bd07-b52db5d4e677" targetNamespace="http://schemas.microsoft.com/office/2006/metadata/properties" ma:root="true" ma:fieldsID="2d91120fa986c1887dcddc6c453bd464" ns2:_="">
    <xsd:import namespace="0e7b10d3-e12f-4c7e-bd07-b52db5d4e677"/>
    <xsd:element name="properties">
      <xsd:complexType>
        <xsd:sequence>
          <xsd:element name="documentManagement">
            <xsd:complexType>
              <xsd:all>
                <xsd:element ref="ns2:m0cc8480fbdb439391262fbbb2814f69" minOccurs="0"/>
                <xsd:element ref="ns2:TaxCatchAll" minOccurs="0"/>
                <xsd:element ref="ns2:TaxCatchAllLabel" minOccurs="0"/>
                <xsd:element ref="ns2:dbd9e6bdce0e4f30bfea0d1a5a1c9fd2" minOccurs="0"/>
                <xsd:element ref="ns2:For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b10d3-e12f-4c7e-bd07-b52db5d4e677" elementFormDefault="qualified">
    <xsd:import namespace="http://schemas.microsoft.com/office/2006/documentManagement/types"/>
    <xsd:import namespace="http://schemas.microsoft.com/office/infopath/2007/PartnerControls"/>
    <xsd:element name="m0cc8480fbdb439391262fbbb2814f69" ma:index="8" ma:taxonomy="true" ma:internalName="m0cc8480fbdb439391262fbbb2814f69" ma:taxonomyFieldName="Component_x002F_Office" ma:displayName="Component/Office" ma:readOnly="false" ma:default="" ma:fieldId="{60cc8480-fbdb-4393-9126-2fbbb2814f69}" ma:sspId="3e6baa36-6ab6-43d7-93b3-cfc800a2b55b" ma:termSetId="5aa000ff-d184-4077-bcc5-13e477ffcb1a" ma:anchorId="00000000-0000-0000-0000-000000000000" ma:open="false" ma:isKeyword="false">
      <xsd:complexType>
        <xsd:sequence>
          <xsd:element ref="pc:Terms" minOccurs="0" maxOccurs="1"/>
        </xsd:sequence>
      </xsd:complexType>
    </xsd:element>
    <xsd:element name="TaxCatchAll" ma:index="9" nillable="true" ma:displayName="Taxonomy Catch All Column" ma:description="" ma:hidden="true" ma:list="{2e0100c5-2fc9-4d21-ba29-be6525bc1730}" ma:internalName="TaxCatchAll" ma:showField="CatchAllData" ma:web="0e7b10d3-e12f-4c7e-bd07-b52db5d4e677">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2e0100c5-2fc9-4d21-ba29-be6525bc1730}" ma:internalName="TaxCatchAllLabel" ma:readOnly="true" ma:showField="CatchAllDataLabel" ma:web="0e7b10d3-e12f-4c7e-bd07-b52db5d4e677">
      <xsd:complexType>
        <xsd:complexContent>
          <xsd:extension base="dms:MultiChoiceLookup">
            <xsd:sequence>
              <xsd:element name="Value" type="dms:Lookup" maxOccurs="unbounded" minOccurs="0" nillable="true"/>
            </xsd:sequence>
          </xsd:extension>
        </xsd:complexContent>
      </xsd:complexType>
    </xsd:element>
    <xsd:element name="dbd9e6bdce0e4f30bfea0d1a5a1c9fd2" ma:index="12" ma:taxonomy="true" ma:internalName="dbd9e6bdce0e4f30bfea0d1a5a1c9fd2" ma:taxonomyFieldName="Document_x0020_Type" ma:displayName="Document Type" ma:readOnly="false" ma:default="1;#General|03b7ebc3-2dfb-49a6-a04d-8ab4d52a3169" ma:fieldId="{dbd9e6bd-ce0e-4f30-bfea-0d1a5a1c9fd2}" ma:sspId="3e6baa36-6ab6-43d7-93b3-cfc800a2b55b" ma:termSetId="3448b495-246b-4c65-9467-39fcd5e93019" ma:anchorId="00000000-0000-0000-0000-000000000000" ma:open="false" ma:isKeyword="false">
      <xsd:complexType>
        <xsd:sequence>
          <xsd:element ref="pc:Terms" minOccurs="0" maxOccurs="1"/>
        </xsd:sequence>
      </xsd:complexType>
    </xsd:element>
    <xsd:element name="Form" ma:index="14" nillable="true" ma:displayName="Form" ma:default="0" ma:internalName="Form">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CECAC4-352F-4C40-BDF1-EFF5151A6D71}">
  <ds:schemaRefs>
    <ds:schemaRef ds:uri="http://schemas.microsoft.com/sharepoint/v3/contenttype/forms"/>
  </ds:schemaRefs>
</ds:datastoreItem>
</file>

<file path=customXml/itemProps2.xml><?xml version="1.0" encoding="utf-8"?>
<ds:datastoreItem xmlns:ds="http://schemas.openxmlformats.org/officeDocument/2006/customXml" ds:itemID="{432134AC-D5A8-48CF-BAA2-30B59D4E6C97}">
  <ds:schemaRefs>
    <ds:schemaRef ds:uri="http://schemas.microsoft.com/office/2006/metadata/longProperties"/>
  </ds:schemaRefs>
</ds:datastoreItem>
</file>

<file path=customXml/itemProps3.xml><?xml version="1.0" encoding="utf-8"?>
<ds:datastoreItem xmlns:ds="http://schemas.openxmlformats.org/officeDocument/2006/customXml" ds:itemID="{4D41F95E-F490-42B5-8435-91C501C142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b10d3-e12f-4c7e-bd07-b52db5d4e6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OHA-Template-2</Template>
  <TotalTime>545</TotalTime>
  <Words>73</Words>
  <Application>Microsoft Macintosh PowerPoint</Application>
  <PresentationFormat>Widescreen</PresentationFormat>
  <Paragraphs>3</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ABCDiatype</vt:lpstr>
      <vt:lpstr>Arial</vt:lpstr>
      <vt:lpstr>Calibri</vt:lpstr>
      <vt:lpstr>Calibri Light</vt:lpstr>
      <vt:lpstr>Franklin Gothic Heavy</vt:lpstr>
      <vt:lpstr>Franklin Gothic Medium</vt:lpstr>
      <vt:lpstr>Franklin Gothic Medium Cond</vt:lpstr>
      <vt:lpstr>Times New Roman</vt:lpstr>
      <vt:lpstr>Webdings</vt:lpstr>
      <vt:lpstr>Wingdings</vt:lpstr>
      <vt:lpstr>OHA-Template-2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Paige Sachwitz</dc:creator>
  <cp:lastModifiedBy>Will Gaskins</cp:lastModifiedBy>
  <cp:revision>8</cp:revision>
  <cp:lastPrinted>2019-08-23T16:20:24Z</cp:lastPrinted>
  <dcterms:created xsi:type="dcterms:W3CDTF">2023-05-19T14:28:24Z</dcterms:created>
  <dcterms:modified xsi:type="dcterms:W3CDTF">2025-09-08T21:00:44Z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bd9e6bdce0e4f30bfea0d1a5a1c9fd2">
    <vt:lpwstr>General|03b7ebc3-2dfb-49a6-a04d-8ab4d52a3169</vt:lpwstr>
  </property>
  <property fmtid="{D5CDD505-2E9C-101B-9397-08002B2CF9AE}" pid="3" name="TaxCatchAll">
    <vt:lpwstr>1;#General|03b7ebc3-2dfb-49a6-a04d-8ab4d52a3169;#9;#Countering Weapons of Mass Destruction Office (CWMD)|94e0de1a-da14-4264-b376-8d8ac42ef376</vt:lpwstr>
  </property>
  <property fmtid="{D5CDD505-2E9C-101B-9397-08002B2CF9AE}" pid="4" name="m0cc8480fbdb439391262fbbb2814f69">
    <vt:lpwstr>Countering Weapons of Mass Destruction Office (CWMD)|94e0de1a-da14-4264-b376-8d8ac42ef376</vt:lpwstr>
  </property>
  <property fmtid="{D5CDD505-2E9C-101B-9397-08002B2CF9AE}" pid="5" name="Component/Office">
    <vt:lpwstr>9;#Countering Weapons of Mass Destruction Office (CWMD)|94e0de1a-da14-4264-b376-8d8ac42ef376</vt:lpwstr>
  </property>
  <property fmtid="{D5CDD505-2E9C-101B-9397-08002B2CF9AE}" pid="6" name="Form">
    <vt:lpwstr>0</vt:lpwstr>
  </property>
  <property fmtid="{D5CDD505-2E9C-101B-9397-08002B2CF9AE}" pid="7" name="Document Type">
    <vt:lpwstr>1;#General|03b7ebc3-2dfb-49a6-a04d-8ab4d52a3169</vt:lpwstr>
  </property>
</Properties>
</file>